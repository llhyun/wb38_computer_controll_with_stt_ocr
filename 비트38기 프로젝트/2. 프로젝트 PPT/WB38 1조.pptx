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4" r:id="rId20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090" autoAdjust="0"/>
  </p:normalViewPr>
  <p:slideViewPr>
    <p:cSldViewPr>
      <p:cViewPr varScale="1">
        <p:scale>
          <a:sx n="39" d="100"/>
          <a:sy n="39" d="100"/>
        </p:scale>
        <p:origin x="72" y="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DCB33-EBFE-45E9-B36A-4C9D3F83BDED}" type="datetimeFigureOut">
              <a:rPr lang="ko-KR" altLang="en-US" smtClean="0"/>
              <a:t>2024-02-15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32AA3-4828-4C46-A15C-EE6C892FD8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50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1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093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247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849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570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132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356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32AA3-4828-4C46-A15C-EE6C892FD83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724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8496DB-3C5B-4947-85CF-04F00AE6457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551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9" Type="http://schemas.openxmlformats.org/officeDocument/2006/relationships/image" Target="../media/image51.pn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42" Type="http://schemas.openxmlformats.org/officeDocument/2006/relationships/image" Target="../media/image54.png"/><Relationship Id="rId7" Type="http://schemas.openxmlformats.org/officeDocument/2006/relationships/image" Target="../media/image3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1.png"/><Relationship Id="rId3" Type="http://schemas.openxmlformats.org/officeDocument/2006/relationships/image" Target="../media/image16.png"/><Relationship Id="rId21" Type="http://schemas.openxmlformats.org/officeDocument/2006/relationships/image" Target="../media/image68.png"/><Relationship Id="rId34" Type="http://schemas.openxmlformats.org/officeDocument/2006/relationships/image" Target="../media/image79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3.png"/><Relationship Id="rId33" Type="http://schemas.openxmlformats.org/officeDocument/2006/relationships/image" Target="../media/image7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58.png"/><Relationship Id="rId24" Type="http://schemas.openxmlformats.org/officeDocument/2006/relationships/image" Target="../media/image24.png"/><Relationship Id="rId32" Type="http://schemas.openxmlformats.org/officeDocument/2006/relationships/image" Target="../media/image77.png"/><Relationship Id="rId5" Type="http://schemas.openxmlformats.org/officeDocument/2006/relationships/image" Target="../media/image18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3.png"/><Relationship Id="rId36" Type="http://schemas.openxmlformats.org/officeDocument/2006/relationships/image" Target="../media/image81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31" Type="http://schemas.openxmlformats.org/officeDocument/2006/relationships/image" Target="../media/image76.png"/><Relationship Id="rId4" Type="http://schemas.openxmlformats.org/officeDocument/2006/relationships/image" Target="../media/image17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Relationship Id="rId35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1.png"/><Relationship Id="rId3" Type="http://schemas.openxmlformats.org/officeDocument/2006/relationships/image" Target="../media/image16.png"/><Relationship Id="rId21" Type="http://schemas.openxmlformats.org/officeDocument/2006/relationships/image" Target="../media/image94.png"/><Relationship Id="rId7" Type="http://schemas.openxmlformats.org/officeDocument/2006/relationships/image" Target="../media/image3.png"/><Relationship Id="rId12" Type="http://schemas.openxmlformats.org/officeDocument/2006/relationships/image" Target="../media/image86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85.png"/><Relationship Id="rId5" Type="http://schemas.openxmlformats.org/officeDocument/2006/relationships/image" Target="../media/image18.png"/><Relationship Id="rId15" Type="http://schemas.openxmlformats.org/officeDocument/2006/relationships/image" Target="../media/image89.png"/><Relationship Id="rId23" Type="http://schemas.openxmlformats.org/officeDocument/2006/relationships/image" Target="../media/image96.png"/><Relationship Id="rId10" Type="http://schemas.openxmlformats.org/officeDocument/2006/relationships/image" Target="../media/image84.png"/><Relationship Id="rId19" Type="http://schemas.openxmlformats.org/officeDocument/2006/relationships/image" Target="../media/image92.png"/><Relationship Id="rId4" Type="http://schemas.openxmlformats.org/officeDocument/2006/relationships/image" Target="../media/image17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99.png"/><Relationship Id="rId18" Type="http://schemas.openxmlformats.org/officeDocument/2006/relationships/image" Target="../media/image102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openxmlformats.org/officeDocument/2006/relationships/image" Target="../media/image98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6.png"/><Relationship Id="rId10" Type="http://schemas.openxmlformats.org/officeDocument/2006/relationships/image" Target="../media/image89.png"/><Relationship Id="rId19" Type="http://schemas.openxmlformats.org/officeDocument/2006/relationships/image" Target="../media/image103.png"/><Relationship Id="rId4" Type="http://schemas.openxmlformats.org/officeDocument/2006/relationships/image" Target="../media/image17.png"/><Relationship Id="rId9" Type="http://schemas.openxmlformats.org/officeDocument/2006/relationships/image" Target="../media/image88.png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16.png"/><Relationship Id="rId21" Type="http://schemas.openxmlformats.org/officeDocument/2006/relationships/image" Target="../media/image116.png"/><Relationship Id="rId7" Type="http://schemas.openxmlformats.org/officeDocument/2006/relationships/image" Target="../media/image23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72.png"/><Relationship Id="rId24" Type="http://schemas.openxmlformats.org/officeDocument/2006/relationships/image" Target="../media/image119.png"/><Relationship Id="rId5" Type="http://schemas.openxmlformats.org/officeDocument/2006/relationships/image" Target="../media/image18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3.png"/><Relationship Id="rId10" Type="http://schemas.openxmlformats.org/officeDocument/2006/relationships/image" Target="../media/image106.png"/><Relationship Id="rId19" Type="http://schemas.openxmlformats.org/officeDocument/2006/relationships/image" Target="../media/image114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27.png"/><Relationship Id="rId5" Type="http://schemas.openxmlformats.org/officeDocument/2006/relationships/image" Target="../media/image18.png"/><Relationship Id="rId10" Type="http://schemas.openxmlformats.org/officeDocument/2006/relationships/image" Target="../media/image126.png"/><Relationship Id="rId4" Type="http://schemas.openxmlformats.org/officeDocument/2006/relationships/image" Target="../media/image17.png"/><Relationship Id="rId9" Type="http://schemas.openxmlformats.org/officeDocument/2006/relationships/image" Target="../media/image1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55.png"/><Relationship Id="rId18" Type="http://schemas.openxmlformats.org/officeDocument/2006/relationships/image" Target="../media/image134.png"/><Relationship Id="rId26" Type="http://schemas.openxmlformats.org/officeDocument/2006/relationships/image" Target="../media/image141.png"/><Relationship Id="rId3" Type="http://schemas.openxmlformats.org/officeDocument/2006/relationships/image" Target="../media/image16.png"/><Relationship Id="rId21" Type="http://schemas.openxmlformats.org/officeDocument/2006/relationships/image" Target="../media/image136.png"/><Relationship Id="rId34" Type="http://schemas.openxmlformats.org/officeDocument/2006/relationships/image" Target="../media/image149.png"/><Relationship Id="rId7" Type="http://schemas.openxmlformats.org/officeDocument/2006/relationships/image" Target="../media/image3.png"/><Relationship Id="rId12" Type="http://schemas.openxmlformats.org/officeDocument/2006/relationships/image" Target="../media/image25.png"/><Relationship Id="rId17" Type="http://schemas.openxmlformats.org/officeDocument/2006/relationships/image" Target="../media/image62.png"/><Relationship Id="rId25" Type="http://schemas.openxmlformats.org/officeDocument/2006/relationships/image" Target="../media/image140.png"/><Relationship Id="rId33" Type="http://schemas.openxmlformats.org/officeDocument/2006/relationships/image" Target="../media/image1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3.png"/><Relationship Id="rId20" Type="http://schemas.openxmlformats.org/officeDocument/2006/relationships/image" Target="../media/image58.png"/><Relationship Id="rId29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24" Type="http://schemas.openxmlformats.org/officeDocument/2006/relationships/image" Target="../media/image139.png"/><Relationship Id="rId32" Type="http://schemas.openxmlformats.org/officeDocument/2006/relationships/image" Target="../media/image147.png"/><Relationship Id="rId37" Type="http://schemas.openxmlformats.org/officeDocument/2006/relationships/image" Target="../media/image152.png"/><Relationship Id="rId5" Type="http://schemas.openxmlformats.org/officeDocument/2006/relationships/image" Target="../media/image18.png"/><Relationship Id="rId15" Type="http://schemas.openxmlformats.org/officeDocument/2006/relationships/image" Target="../media/image132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36" Type="http://schemas.openxmlformats.org/officeDocument/2006/relationships/image" Target="../media/image151.png"/><Relationship Id="rId10" Type="http://schemas.openxmlformats.org/officeDocument/2006/relationships/image" Target="../media/image130.png"/><Relationship Id="rId19" Type="http://schemas.openxmlformats.org/officeDocument/2006/relationships/image" Target="../media/image135.png"/><Relationship Id="rId31" Type="http://schemas.openxmlformats.org/officeDocument/2006/relationships/image" Target="../media/image146.png"/><Relationship Id="rId4" Type="http://schemas.openxmlformats.org/officeDocument/2006/relationships/image" Target="../media/image17.png"/><Relationship Id="rId9" Type="http://schemas.openxmlformats.org/officeDocument/2006/relationships/image" Target="../media/image129.png"/><Relationship Id="rId14" Type="http://schemas.openxmlformats.org/officeDocument/2006/relationships/image" Target="../media/image131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3" Type="http://schemas.openxmlformats.org/officeDocument/2006/relationships/image" Target="../media/image16.png"/><Relationship Id="rId21" Type="http://schemas.openxmlformats.org/officeDocument/2006/relationships/image" Target="../media/image165.png"/><Relationship Id="rId7" Type="http://schemas.openxmlformats.org/officeDocument/2006/relationships/image" Target="../media/image153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0.png"/><Relationship Id="rId20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55.png"/><Relationship Id="rId24" Type="http://schemas.openxmlformats.org/officeDocument/2006/relationships/image" Target="../media/image168.png"/><Relationship Id="rId5" Type="http://schemas.openxmlformats.org/officeDocument/2006/relationships/image" Target="../media/image18.png"/><Relationship Id="rId15" Type="http://schemas.openxmlformats.org/officeDocument/2006/relationships/image" Target="../media/image159.png"/><Relationship Id="rId23" Type="http://schemas.openxmlformats.org/officeDocument/2006/relationships/image" Target="../media/image167.png"/><Relationship Id="rId10" Type="http://schemas.openxmlformats.org/officeDocument/2006/relationships/image" Target="../media/image24.png"/><Relationship Id="rId19" Type="http://schemas.openxmlformats.org/officeDocument/2006/relationships/image" Target="../media/image163.png"/><Relationship Id="rId4" Type="http://schemas.openxmlformats.org/officeDocument/2006/relationships/image" Target="../media/image17.png"/><Relationship Id="rId9" Type="http://schemas.openxmlformats.org/officeDocument/2006/relationships/image" Target="../media/image154.png"/><Relationship Id="rId14" Type="http://schemas.openxmlformats.org/officeDocument/2006/relationships/image" Target="../media/image158.png"/><Relationship Id="rId22" Type="http://schemas.openxmlformats.org/officeDocument/2006/relationships/image" Target="../media/image1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7.png"/><Relationship Id="rId7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24.png"/><Relationship Id="rId5" Type="http://schemas.openxmlformats.org/officeDocument/2006/relationships/image" Target="../media/image3.png"/><Relationship Id="rId10" Type="http://schemas.openxmlformats.org/officeDocument/2006/relationships/image" Target="../media/image172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3" Type="http://schemas.openxmlformats.org/officeDocument/2006/relationships/image" Target="../media/image17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2.png"/><Relationship Id="rId2" Type="http://schemas.openxmlformats.org/officeDocument/2006/relationships/image" Target="../media/image16.png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77.png"/><Relationship Id="rId5" Type="http://schemas.openxmlformats.org/officeDocument/2006/relationships/image" Target="../media/image23.png"/><Relationship Id="rId15" Type="http://schemas.openxmlformats.org/officeDocument/2006/relationships/image" Target="../media/image180.png"/><Relationship Id="rId10" Type="http://schemas.openxmlformats.org/officeDocument/2006/relationships/image" Target="../media/image176.png"/><Relationship Id="rId4" Type="http://schemas.openxmlformats.org/officeDocument/2006/relationships/image" Target="../media/image18.png"/><Relationship Id="rId9" Type="http://schemas.openxmlformats.org/officeDocument/2006/relationships/image" Target="../media/image175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78.png"/><Relationship Id="rId18" Type="http://schemas.openxmlformats.org/officeDocument/2006/relationships/image" Target="../media/image192.png"/><Relationship Id="rId3" Type="http://schemas.openxmlformats.org/officeDocument/2006/relationships/image" Target="../media/image17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1.png"/><Relationship Id="rId2" Type="http://schemas.openxmlformats.org/officeDocument/2006/relationships/image" Target="../media/image16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87.png"/><Relationship Id="rId5" Type="http://schemas.openxmlformats.org/officeDocument/2006/relationships/image" Target="../media/image23.png"/><Relationship Id="rId15" Type="http://schemas.openxmlformats.org/officeDocument/2006/relationships/image" Target="../media/image24.png"/><Relationship Id="rId10" Type="http://schemas.openxmlformats.org/officeDocument/2006/relationships/image" Target="../media/image186.png"/><Relationship Id="rId19" Type="http://schemas.openxmlformats.org/officeDocument/2006/relationships/image" Target="../media/image193.png"/><Relationship Id="rId4" Type="http://schemas.openxmlformats.org/officeDocument/2006/relationships/image" Target="../media/image18.png"/><Relationship Id="rId9" Type="http://schemas.openxmlformats.org/officeDocument/2006/relationships/image" Target="../media/image185.png"/><Relationship Id="rId14" Type="http://schemas.openxmlformats.org/officeDocument/2006/relationships/image" Target="../media/image1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97.png"/><Relationship Id="rId18" Type="http://schemas.openxmlformats.org/officeDocument/2006/relationships/image" Target="../media/image201.png"/><Relationship Id="rId3" Type="http://schemas.openxmlformats.org/officeDocument/2006/relationships/image" Target="../media/image17.png"/><Relationship Id="rId21" Type="http://schemas.openxmlformats.org/officeDocument/2006/relationships/image" Target="../media/image204.png"/><Relationship Id="rId7" Type="http://schemas.openxmlformats.org/officeDocument/2006/relationships/image" Target="../media/image194.png"/><Relationship Id="rId12" Type="http://schemas.openxmlformats.org/officeDocument/2006/relationships/image" Target="../media/image55.png"/><Relationship Id="rId17" Type="http://schemas.openxmlformats.org/officeDocument/2006/relationships/image" Target="../media/image58.png"/><Relationship Id="rId2" Type="http://schemas.openxmlformats.org/officeDocument/2006/relationships/image" Target="../media/image16.png"/><Relationship Id="rId16" Type="http://schemas.openxmlformats.org/officeDocument/2006/relationships/image" Target="../media/image200.png"/><Relationship Id="rId20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5" Type="http://schemas.openxmlformats.org/officeDocument/2006/relationships/image" Target="../media/image199.png"/><Relationship Id="rId10" Type="http://schemas.openxmlformats.org/officeDocument/2006/relationships/image" Target="../media/image24.png"/><Relationship Id="rId19" Type="http://schemas.openxmlformats.org/officeDocument/2006/relationships/image" Target="../media/image202.png"/><Relationship Id="rId4" Type="http://schemas.openxmlformats.org/officeDocument/2006/relationships/image" Target="../media/image18.png"/><Relationship Id="rId9" Type="http://schemas.openxmlformats.org/officeDocument/2006/relationships/image" Target="../media/image196.png"/><Relationship Id="rId14" Type="http://schemas.openxmlformats.org/officeDocument/2006/relationships/image" Target="../media/image19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4.png"/><Relationship Id="rId18" Type="http://schemas.openxmlformats.org/officeDocument/2006/relationships/image" Target="../media/image58.png"/><Relationship Id="rId3" Type="http://schemas.openxmlformats.org/officeDocument/2006/relationships/image" Target="../media/image17.png"/><Relationship Id="rId21" Type="http://schemas.openxmlformats.org/officeDocument/2006/relationships/image" Target="../media/image215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2.png"/><Relationship Id="rId2" Type="http://schemas.openxmlformats.org/officeDocument/2006/relationships/image" Target="../media/image16.png"/><Relationship Id="rId16" Type="http://schemas.openxmlformats.org/officeDocument/2006/relationships/image" Target="../media/image211.png"/><Relationship Id="rId20" Type="http://schemas.openxmlformats.org/officeDocument/2006/relationships/image" Target="../media/image2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9.png"/><Relationship Id="rId5" Type="http://schemas.openxmlformats.org/officeDocument/2006/relationships/image" Target="../media/image23.png"/><Relationship Id="rId15" Type="http://schemas.openxmlformats.org/officeDocument/2006/relationships/image" Target="../media/image55.png"/><Relationship Id="rId10" Type="http://schemas.openxmlformats.org/officeDocument/2006/relationships/image" Target="../media/image208.png"/><Relationship Id="rId19" Type="http://schemas.openxmlformats.org/officeDocument/2006/relationships/image" Target="../media/image213.png"/><Relationship Id="rId4" Type="http://schemas.openxmlformats.org/officeDocument/2006/relationships/image" Target="../media/image18.png"/><Relationship Id="rId9" Type="http://schemas.openxmlformats.org/officeDocument/2006/relationships/image" Target="../media/image207.png"/><Relationship Id="rId1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0.png"/><Relationship Id="rId18" Type="http://schemas.openxmlformats.org/officeDocument/2006/relationships/image" Target="../media/image225.png"/><Relationship Id="rId3" Type="http://schemas.openxmlformats.org/officeDocument/2006/relationships/image" Target="../media/image17.png"/><Relationship Id="rId21" Type="http://schemas.openxmlformats.org/officeDocument/2006/relationships/image" Target="../media/image228.png"/><Relationship Id="rId7" Type="http://schemas.openxmlformats.org/officeDocument/2006/relationships/image" Target="../media/image216.png"/><Relationship Id="rId12" Type="http://schemas.openxmlformats.org/officeDocument/2006/relationships/image" Target="../media/image24.png"/><Relationship Id="rId17" Type="http://schemas.openxmlformats.org/officeDocument/2006/relationships/image" Target="../media/image224.png"/><Relationship Id="rId2" Type="http://schemas.openxmlformats.org/officeDocument/2006/relationships/image" Target="../media/image16.png"/><Relationship Id="rId16" Type="http://schemas.openxmlformats.org/officeDocument/2006/relationships/image" Target="../media/image223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19.png"/><Relationship Id="rId5" Type="http://schemas.openxmlformats.org/officeDocument/2006/relationships/image" Target="../media/image23.png"/><Relationship Id="rId15" Type="http://schemas.openxmlformats.org/officeDocument/2006/relationships/image" Target="../media/image222.png"/><Relationship Id="rId10" Type="http://schemas.openxmlformats.org/officeDocument/2006/relationships/image" Target="../media/image129.png"/><Relationship Id="rId19" Type="http://schemas.openxmlformats.org/officeDocument/2006/relationships/image" Target="../media/image226.png"/><Relationship Id="rId4" Type="http://schemas.openxmlformats.org/officeDocument/2006/relationships/image" Target="../media/image18.png"/><Relationship Id="rId9" Type="http://schemas.openxmlformats.org/officeDocument/2006/relationships/image" Target="../media/image218.png"/><Relationship Id="rId14" Type="http://schemas.openxmlformats.org/officeDocument/2006/relationships/image" Target="../media/image221.png"/><Relationship Id="rId22" Type="http://schemas.openxmlformats.org/officeDocument/2006/relationships/image" Target="../media/image2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" Type="http://schemas.openxmlformats.org/officeDocument/2006/relationships/image" Target="../media/image16.png"/><Relationship Id="rId16" Type="http://schemas.openxmlformats.org/officeDocument/2006/relationships/image" Target="../media/image238.png"/><Relationship Id="rId20" Type="http://schemas.openxmlformats.org/officeDocument/2006/relationships/image" Target="../media/image2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33.png"/><Relationship Id="rId5" Type="http://schemas.openxmlformats.org/officeDocument/2006/relationships/image" Target="../media/image230.png"/><Relationship Id="rId15" Type="http://schemas.openxmlformats.org/officeDocument/2006/relationships/image" Target="../media/image237.png"/><Relationship Id="rId10" Type="http://schemas.openxmlformats.org/officeDocument/2006/relationships/image" Target="../media/image232.png"/><Relationship Id="rId19" Type="http://schemas.openxmlformats.org/officeDocument/2006/relationships/image" Target="../media/image241.png"/><Relationship Id="rId4" Type="http://schemas.openxmlformats.org/officeDocument/2006/relationships/image" Target="../media/image18.png"/><Relationship Id="rId9" Type="http://schemas.openxmlformats.org/officeDocument/2006/relationships/image" Target="../media/image231.png"/><Relationship Id="rId14" Type="http://schemas.openxmlformats.org/officeDocument/2006/relationships/image" Target="../media/image2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12" Type="http://schemas.openxmlformats.org/officeDocument/2006/relationships/image" Target="../media/image249.png"/><Relationship Id="rId17" Type="http://schemas.openxmlformats.org/officeDocument/2006/relationships/image" Target="../media/image251.png"/><Relationship Id="rId2" Type="http://schemas.openxmlformats.org/officeDocument/2006/relationships/image" Target="../media/image16.png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4.png"/><Relationship Id="rId11" Type="http://schemas.openxmlformats.org/officeDocument/2006/relationships/image" Target="../media/image248.png"/><Relationship Id="rId5" Type="http://schemas.openxmlformats.org/officeDocument/2006/relationships/image" Target="../media/image243.png"/><Relationship Id="rId15" Type="http://schemas.openxmlformats.org/officeDocument/2006/relationships/image" Target="../media/image3.png"/><Relationship Id="rId10" Type="http://schemas.openxmlformats.org/officeDocument/2006/relationships/image" Target="../media/image247.png"/><Relationship Id="rId4" Type="http://schemas.openxmlformats.org/officeDocument/2006/relationships/image" Target="../media/image18.png"/><Relationship Id="rId9" Type="http://schemas.openxmlformats.org/officeDocument/2006/relationships/image" Target="../media/image246.png"/><Relationship Id="rId1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54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11" Type="http://schemas.openxmlformats.org/officeDocument/2006/relationships/image" Target="../media/image257.png"/><Relationship Id="rId5" Type="http://schemas.openxmlformats.org/officeDocument/2006/relationships/image" Target="../media/image252.png"/><Relationship Id="rId15" Type="http://schemas.openxmlformats.org/officeDocument/2006/relationships/image" Target="../media/image259.png"/><Relationship Id="rId10" Type="http://schemas.openxmlformats.org/officeDocument/2006/relationships/image" Target="../media/image256.png"/><Relationship Id="rId4" Type="http://schemas.openxmlformats.org/officeDocument/2006/relationships/image" Target="../media/image18.png"/><Relationship Id="rId9" Type="http://schemas.openxmlformats.org/officeDocument/2006/relationships/image" Target="../media/image255.png"/><Relationship Id="rId14" Type="http://schemas.openxmlformats.org/officeDocument/2006/relationships/image" Target="../media/image2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5.png"/><Relationship Id="rId18" Type="http://schemas.openxmlformats.org/officeDocument/2006/relationships/image" Target="../media/image272.png"/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12" Type="http://schemas.openxmlformats.org/officeDocument/2006/relationships/image" Target="../media/image270.png"/><Relationship Id="rId17" Type="http://schemas.openxmlformats.org/officeDocument/2006/relationships/image" Target="../media/image271.png"/><Relationship Id="rId2" Type="http://schemas.openxmlformats.org/officeDocument/2006/relationships/image" Target="../media/image260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4.png"/><Relationship Id="rId11" Type="http://schemas.openxmlformats.org/officeDocument/2006/relationships/image" Target="../media/image269.png"/><Relationship Id="rId5" Type="http://schemas.openxmlformats.org/officeDocument/2006/relationships/image" Target="../media/image263.png"/><Relationship Id="rId15" Type="http://schemas.openxmlformats.org/officeDocument/2006/relationships/image" Target="../media/image9.png"/><Relationship Id="rId10" Type="http://schemas.openxmlformats.org/officeDocument/2006/relationships/image" Target="../media/image268.png"/><Relationship Id="rId4" Type="http://schemas.openxmlformats.org/officeDocument/2006/relationships/image" Target="../media/image262.png"/><Relationship Id="rId9" Type="http://schemas.openxmlformats.org/officeDocument/2006/relationships/image" Target="../media/image267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04071" y="580402"/>
            <a:ext cx="17277573" cy="9124910"/>
            <a:chOff x="504071" y="580402"/>
            <a:chExt cx="17277573" cy="912491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071" y="580402"/>
              <a:ext cx="17277573" cy="912491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714316" y="6097091"/>
            <a:ext cx="303746" cy="415054"/>
            <a:chOff x="9714316" y="6097091"/>
            <a:chExt cx="303746" cy="41505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4316" y="6097091"/>
              <a:ext cx="303746" cy="41505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891410" y="4575020"/>
            <a:ext cx="486229" cy="486229"/>
            <a:chOff x="1891410" y="4575020"/>
            <a:chExt cx="486229" cy="48622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1410" y="457502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389491" y="1802041"/>
            <a:ext cx="6961976" cy="6961976"/>
            <a:chOff x="10389491" y="1802041"/>
            <a:chExt cx="6961976" cy="696197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9491" y="1802041"/>
              <a:ext cx="6961976" cy="696197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891410" y="7023491"/>
            <a:ext cx="2042263" cy="531319"/>
            <a:chOff x="1891410" y="7023491"/>
            <a:chExt cx="2042263" cy="53131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1410" y="7023491"/>
              <a:ext cx="2042263" cy="53131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162215" y="7237286"/>
            <a:ext cx="103729" cy="103729"/>
            <a:chOff x="2162215" y="7237286"/>
            <a:chExt cx="103729" cy="10372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2215" y="7237286"/>
              <a:ext cx="103729" cy="1037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147741" y="7023491"/>
            <a:ext cx="2042263" cy="531319"/>
            <a:chOff x="4147741" y="7023491"/>
            <a:chExt cx="2042263" cy="53131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7741" y="7023491"/>
              <a:ext cx="2042263" cy="53131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418545" y="7237286"/>
            <a:ext cx="103729" cy="103729"/>
            <a:chOff x="4418545" y="7237286"/>
            <a:chExt cx="103729" cy="10372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18545" y="7237286"/>
              <a:ext cx="103729" cy="10372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404071" y="7023491"/>
            <a:ext cx="2042263" cy="531319"/>
            <a:chOff x="6404071" y="7023491"/>
            <a:chExt cx="2042263" cy="53131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4071" y="7023491"/>
              <a:ext cx="2042263" cy="53131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674876" y="7237286"/>
            <a:ext cx="103729" cy="103729"/>
            <a:chOff x="6674876" y="7237286"/>
            <a:chExt cx="103729" cy="10372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4876" y="7237286"/>
              <a:ext cx="103729" cy="10372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891410" y="7888843"/>
            <a:ext cx="6554925" cy="446603"/>
            <a:chOff x="1891410" y="7888843"/>
            <a:chExt cx="6554925" cy="446603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1410" y="7888843"/>
              <a:ext cx="6554925" cy="446603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085256" y="7992694"/>
            <a:ext cx="238969" cy="238900"/>
            <a:chOff x="2085256" y="7992694"/>
            <a:chExt cx="238969" cy="23890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5256" y="7992694"/>
              <a:ext cx="238969" cy="238900"/>
            </a:xfrm>
            <a:prstGeom prst="rect">
              <a:avLst/>
            </a:prstGeom>
          </p:spPr>
        </p:pic>
      </p:grpSp>
      <p:pic>
        <p:nvPicPr>
          <p:cNvPr id="38" name="Object 37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586346" y="7019544"/>
            <a:ext cx="1800108" cy="599756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064317" y="7029954"/>
            <a:ext cx="2100489" cy="587603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830936" y="7020430"/>
            <a:ext cx="2048813" cy="597127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834267" y="4968520"/>
            <a:ext cx="6382257" cy="1300000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643790" y="2145505"/>
            <a:ext cx="10123724" cy="3131543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66540" y="2067943"/>
            <a:ext cx="5831965" cy="591746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303355" y="7893002"/>
            <a:ext cx="3498889" cy="558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022327" y="9745803"/>
            <a:ext cx="3876693" cy="563293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43868"/>
            <a:ext cx="486229" cy="486229"/>
            <a:chOff x="8899743" y="2243868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9743" y="2243868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168436" y="5142857"/>
            <a:ext cx="4838358" cy="4293650"/>
            <a:chOff x="12168436" y="5142857"/>
            <a:chExt cx="4838358" cy="4293650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68436" y="5142857"/>
              <a:ext cx="4838358" cy="4293650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160902" y="940606"/>
            <a:ext cx="7554003" cy="2216441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540659" y="933650"/>
            <a:ext cx="4906887" cy="692458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359864" y="106423"/>
            <a:ext cx="7208772" cy="581649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8370428" y="7348676"/>
            <a:ext cx="165120" cy="165120"/>
            <a:chOff x="8370428" y="7348676"/>
            <a:chExt cx="165120" cy="165120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0428" y="7348676"/>
              <a:ext cx="165120" cy="16512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938828" y="3168117"/>
            <a:ext cx="2171034" cy="604304"/>
            <a:chOff x="1938828" y="3168117"/>
            <a:chExt cx="2171034" cy="604304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938828" y="3168117"/>
              <a:ext cx="2171034" cy="604304"/>
              <a:chOff x="1938828" y="3168117"/>
              <a:chExt cx="2171034" cy="604304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938828" y="3168117"/>
                <a:ext cx="2171034" cy="604304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2241215" y="3269754"/>
              <a:ext cx="371023" cy="362934"/>
              <a:chOff x="2241215" y="3269754"/>
              <a:chExt cx="371023" cy="362934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241215" y="3269754"/>
                <a:ext cx="371023" cy="362934"/>
              </a:xfrm>
              <a:prstGeom prst="rect">
                <a:avLst/>
              </a:prstGeom>
            </p:spPr>
          </p:pic>
        </p:grpSp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78412" y="3136945"/>
              <a:ext cx="1755991" cy="79996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7975523" y="3168117"/>
            <a:ext cx="2171034" cy="604304"/>
            <a:chOff x="7975523" y="3168117"/>
            <a:chExt cx="2171034" cy="604304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7975523" y="3168117"/>
              <a:ext cx="2171034" cy="604304"/>
              <a:chOff x="7975523" y="3168117"/>
              <a:chExt cx="2171034" cy="604304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975523" y="3168117"/>
                <a:ext cx="2171034" cy="604304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277910" y="3269754"/>
              <a:ext cx="371023" cy="362934"/>
              <a:chOff x="8277910" y="3269754"/>
              <a:chExt cx="371023" cy="362934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8277910" y="3269754"/>
                <a:ext cx="371023" cy="362934"/>
              </a:xfrm>
              <a:prstGeom prst="rect">
                <a:avLst/>
              </a:prstGeom>
            </p:spPr>
          </p:pic>
        </p:grpSp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24631" y="3136945"/>
              <a:ext cx="1717896" cy="79996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103096" y="3168117"/>
            <a:ext cx="2171034" cy="604304"/>
            <a:chOff x="14103096" y="3168117"/>
            <a:chExt cx="2171034" cy="604304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4103096" y="3168117"/>
              <a:ext cx="2171034" cy="604304"/>
              <a:chOff x="14103096" y="3168117"/>
              <a:chExt cx="2171034" cy="604304"/>
            </a:xfrm>
          </p:grpSpPr>
          <p:pic>
            <p:nvPicPr>
              <p:cNvPr id="45" name="Object 44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4103096" y="3168117"/>
                <a:ext cx="2171034" cy="604304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4405483" y="3269754"/>
              <a:ext cx="371023" cy="362934"/>
              <a:chOff x="14405483" y="3269754"/>
              <a:chExt cx="371023" cy="362934"/>
            </a:xfrm>
          </p:grpSpPr>
          <p:pic>
            <p:nvPicPr>
              <p:cNvPr id="48" name="Object 47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4405483" y="3269754"/>
                <a:ext cx="371023" cy="362934"/>
              </a:xfrm>
              <a:prstGeom prst="rect">
                <a:avLst/>
              </a:prstGeom>
            </p:spPr>
          </p:pic>
        </p:grpSp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561717" y="3136945"/>
              <a:ext cx="1689324" cy="79996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938828" y="6444072"/>
            <a:ext cx="2171034" cy="604304"/>
            <a:chOff x="1938828" y="6444072"/>
            <a:chExt cx="2171034" cy="604304"/>
          </a:xfrm>
        </p:grpSpPr>
        <p:grpSp>
          <p:nvGrpSpPr>
            <p:cNvPr id="1017" name="그룹 1017"/>
            <p:cNvGrpSpPr/>
            <p:nvPr/>
          </p:nvGrpSpPr>
          <p:grpSpPr>
            <a:xfrm>
              <a:off x="1938828" y="6444072"/>
              <a:ext cx="2171034" cy="604304"/>
              <a:chOff x="1938828" y="6444072"/>
              <a:chExt cx="2171034" cy="604304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938828" y="6444072"/>
                <a:ext cx="2171034" cy="604304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2241215" y="6545709"/>
              <a:ext cx="371023" cy="362934"/>
              <a:chOff x="2241215" y="6545709"/>
              <a:chExt cx="371023" cy="362934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241215" y="6545709"/>
                <a:ext cx="371023" cy="362934"/>
              </a:xfrm>
              <a:prstGeom prst="rect">
                <a:avLst/>
              </a:prstGeom>
            </p:spPr>
          </p:pic>
        </p:grpSp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97459" y="6412905"/>
              <a:ext cx="1679801" cy="799962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7975523" y="6444072"/>
            <a:ext cx="2171034" cy="604304"/>
            <a:chOff x="7975523" y="6444072"/>
            <a:chExt cx="2171034" cy="604304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7975523" y="6444072"/>
              <a:ext cx="2171034" cy="604304"/>
              <a:chOff x="7975523" y="6444072"/>
              <a:chExt cx="2171034" cy="604304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975523" y="6444072"/>
                <a:ext cx="2171034" cy="604304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8277910" y="6545709"/>
              <a:ext cx="371023" cy="362934"/>
              <a:chOff x="8277910" y="6545709"/>
              <a:chExt cx="371023" cy="362934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8277910" y="6545709"/>
                <a:ext cx="371023" cy="362934"/>
              </a:xfrm>
              <a:prstGeom prst="rect">
                <a:avLst/>
              </a:prstGeom>
            </p:spPr>
          </p:pic>
        </p:grpSp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34158" y="6412909"/>
              <a:ext cx="1689324" cy="799962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8677798" y="7173492"/>
            <a:ext cx="2219690" cy="490091"/>
            <a:chOff x="8677798" y="7173492"/>
            <a:chExt cx="2219690" cy="490091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77798" y="7173492"/>
              <a:ext cx="2219690" cy="490091"/>
            </a:xfrm>
            <a:prstGeom prst="rect">
              <a:avLst/>
            </a:prstGeom>
          </p:spPr>
        </p:pic>
      </p:grpSp>
      <p:pic>
        <p:nvPicPr>
          <p:cNvPr id="73" name="Object 72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8754211" y="7178716"/>
            <a:ext cx="2205383" cy="584697"/>
          </a:xfrm>
          <a:prstGeom prst="rect">
            <a:avLst/>
          </a:prstGeom>
        </p:spPr>
      </p:pic>
      <p:grpSp>
        <p:nvGrpSpPr>
          <p:cNvPr id="1023" name="그룹 1023"/>
          <p:cNvGrpSpPr/>
          <p:nvPr/>
        </p:nvGrpSpPr>
        <p:grpSpPr>
          <a:xfrm>
            <a:off x="8367254" y="7934005"/>
            <a:ext cx="165120" cy="165120"/>
            <a:chOff x="8367254" y="7934005"/>
            <a:chExt cx="165120" cy="165120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67254" y="7934005"/>
              <a:ext cx="165120" cy="165120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8674624" y="7758821"/>
            <a:ext cx="2629213" cy="490091"/>
            <a:chOff x="8674624" y="7758821"/>
            <a:chExt cx="2629213" cy="490091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74624" y="7758821"/>
              <a:ext cx="2629213" cy="490091"/>
            </a:xfrm>
            <a:prstGeom prst="rect">
              <a:avLst/>
            </a:prstGeom>
          </p:spPr>
        </p:pic>
      </p:grpSp>
      <p:pic>
        <p:nvPicPr>
          <p:cNvPr id="80" name="Object 7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8751040" y="7764059"/>
            <a:ext cx="2624478" cy="584669"/>
          </a:xfrm>
          <a:prstGeom prst="rect">
            <a:avLst/>
          </a:prstGeom>
        </p:spPr>
      </p:pic>
      <p:grpSp>
        <p:nvGrpSpPr>
          <p:cNvPr id="1025" name="그룹 1025"/>
          <p:cNvGrpSpPr/>
          <p:nvPr/>
        </p:nvGrpSpPr>
        <p:grpSpPr>
          <a:xfrm>
            <a:off x="2208669" y="7331533"/>
            <a:ext cx="165120" cy="165120"/>
            <a:chOff x="2208669" y="7331533"/>
            <a:chExt cx="165120" cy="165120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8669" y="7331533"/>
              <a:ext cx="165120" cy="165120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2516039" y="7156349"/>
            <a:ext cx="2066104" cy="490091"/>
            <a:chOff x="2516039" y="7156349"/>
            <a:chExt cx="2066104" cy="490091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16039" y="7156349"/>
              <a:ext cx="2066104" cy="490091"/>
            </a:xfrm>
            <a:prstGeom prst="rect">
              <a:avLst/>
            </a:prstGeom>
          </p:spPr>
        </p:pic>
      </p:grpSp>
      <p:pic>
        <p:nvPicPr>
          <p:cNvPr id="87" name="Object 86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2601983" y="7175688"/>
            <a:ext cx="2139354" cy="591735"/>
          </a:xfrm>
          <a:prstGeom prst="rect">
            <a:avLst/>
          </a:prstGeom>
        </p:spPr>
      </p:pic>
      <p:grpSp>
        <p:nvGrpSpPr>
          <p:cNvPr id="1027" name="그룹 1027"/>
          <p:cNvGrpSpPr/>
          <p:nvPr/>
        </p:nvGrpSpPr>
        <p:grpSpPr>
          <a:xfrm>
            <a:off x="2205495" y="7916862"/>
            <a:ext cx="165120" cy="165120"/>
            <a:chOff x="2205495" y="7916862"/>
            <a:chExt cx="165120" cy="165120"/>
          </a:xfrm>
        </p:grpSpPr>
        <p:pic>
          <p:nvPicPr>
            <p:cNvPr id="89" name="Object 8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5495" y="7916862"/>
              <a:ext cx="165120" cy="165120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2512865" y="7741678"/>
            <a:ext cx="2536679" cy="490091"/>
            <a:chOff x="2512865" y="7741678"/>
            <a:chExt cx="2536679" cy="490091"/>
          </a:xfrm>
        </p:grpSpPr>
        <p:pic>
          <p:nvPicPr>
            <p:cNvPr id="92" name="Object 91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12865" y="7741678"/>
              <a:ext cx="2536679" cy="490091"/>
            </a:xfrm>
            <a:prstGeom prst="rect">
              <a:avLst/>
            </a:prstGeom>
          </p:spPr>
        </p:pic>
      </p:grpSp>
      <p:pic>
        <p:nvPicPr>
          <p:cNvPr id="94" name="Object 93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2589278" y="7746916"/>
            <a:ext cx="2491364" cy="584669"/>
          </a:xfrm>
          <a:prstGeom prst="rect">
            <a:avLst/>
          </a:prstGeom>
        </p:spPr>
      </p:pic>
      <p:grpSp>
        <p:nvGrpSpPr>
          <p:cNvPr id="1029" name="그룹 1029"/>
          <p:cNvGrpSpPr/>
          <p:nvPr/>
        </p:nvGrpSpPr>
        <p:grpSpPr>
          <a:xfrm>
            <a:off x="14505055" y="4063255"/>
            <a:ext cx="165120" cy="165120"/>
            <a:chOff x="14505055" y="4063255"/>
            <a:chExt cx="165120" cy="165120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05055" y="4063255"/>
              <a:ext cx="165120" cy="165120"/>
            </a:xfrm>
            <a:prstGeom prst="rect">
              <a:avLst/>
            </a:prstGeom>
          </p:spPr>
        </p:pic>
      </p:grpSp>
      <p:grpSp>
        <p:nvGrpSpPr>
          <p:cNvPr id="1030" name="그룹 1030"/>
          <p:cNvGrpSpPr/>
          <p:nvPr/>
        </p:nvGrpSpPr>
        <p:grpSpPr>
          <a:xfrm>
            <a:off x="14501880" y="4648585"/>
            <a:ext cx="165120" cy="165120"/>
            <a:chOff x="14501880" y="4648585"/>
            <a:chExt cx="165120" cy="165120"/>
          </a:xfrm>
        </p:grpSpPr>
        <p:pic>
          <p:nvPicPr>
            <p:cNvPr id="99" name="Object 9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01880" y="4648585"/>
              <a:ext cx="165120" cy="165120"/>
            </a:xfrm>
            <a:prstGeom prst="rect">
              <a:avLst/>
            </a:prstGeom>
          </p:spPr>
        </p:pic>
      </p:grpSp>
      <p:grpSp>
        <p:nvGrpSpPr>
          <p:cNvPr id="1031" name="그룹 1031"/>
          <p:cNvGrpSpPr/>
          <p:nvPr/>
        </p:nvGrpSpPr>
        <p:grpSpPr>
          <a:xfrm>
            <a:off x="14809250" y="4473401"/>
            <a:ext cx="2536679" cy="490091"/>
            <a:chOff x="14809250" y="4473401"/>
            <a:chExt cx="2536679" cy="490091"/>
          </a:xfrm>
        </p:grpSpPr>
        <p:pic>
          <p:nvPicPr>
            <p:cNvPr id="102" name="Object 101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809250" y="4473401"/>
              <a:ext cx="2536679" cy="490091"/>
            </a:xfrm>
            <a:prstGeom prst="rect">
              <a:avLst/>
            </a:prstGeom>
          </p:spPr>
        </p:pic>
      </p:grpSp>
      <p:pic>
        <p:nvPicPr>
          <p:cNvPr id="104" name="Object 103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4885664" y="4478639"/>
            <a:ext cx="2491364" cy="584669"/>
          </a:xfrm>
          <a:prstGeom prst="rect">
            <a:avLst/>
          </a:prstGeom>
        </p:spPr>
      </p:pic>
      <p:grpSp>
        <p:nvGrpSpPr>
          <p:cNvPr id="1032" name="그룹 1032"/>
          <p:cNvGrpSpPr/>
          <p:nvPr/>
        </p:nvGrpSpPr>
        <p:grpSpPr>
          <a:xfrm>
            <a:off x="8376777" y="4033319"/>
            <a:ext cx="165120" cy="165120"/>
            <a:chOff x="8376777" y="4033319"/>
            <a:chExt cx="165120" cy="165120"/>
          </a:xfrm>
        </p:grpSpPr>
        <p:pic>
          <p:nvPicPr>
            <p:cNvPr id="106" name="Object 10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6777" y="4033319"/>
              <a:ext cx="165120" cy="165120"/>
            </a:xfrm>
            <a:prstGeom prst="rect">
              <a:avLst/>
            </a:prstGeom>
          </p:spPr>
        </p:pic>
      </p:grpSp>
      <p:grpSp>
        <p:nvGrpSpPr>
          <p:cNvPr id="1033" name="그룹 1033"/>
          <p:cNvGrpSpPr/>
          <p:nvPr/>
        </p:nvGrpSpPr>
        <p:grpSpPr>
          <a:xfrm>
            <a:off x="8684148" y="3858135"/>
            <a:ext cx="1137747" cy="490091"/>
            <a:chOff x="8684148" y="3858135"/>
            <a:chExt cx="1137747" cy="490091"/>
          </a:xfrm>
        </p:grpSpPr>
        <p:pic>
          <p:nvPicPr>
            <p:cNvPr id="109" name="Object 108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84148" y="3858135"/>
              <a:ext cx="1137747" cy="490091"/>
            </a:xfrm>
            <a:prstGeom prst="rect">
              <a:avLst/>
            </a:prstGeom>
          </p:spPr>
        </p:pic>
      </p:grpSp>
      <p:pic>
        <p:nvPicPr>
          <p:cNvPr id="111" name="Object 110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8770107" y="3877478"/>
            <a:ext cx="1136107" cy="588554"/>
          </a:xfrm>
          <a:prstGeom prst="rect">
            <a:avLst/>
          </a:prstGeom>
        </p:spPr>
      </p:pic>
      <p:grpSp>
        <p:nvGrpSpPr>
          <p:cNvPr id="1034" name="그룹 1034"/>
          <p:cNvGrpSpPr/>
          <p:nvPr/>
        </p:nvGrpSpPr>
        <p:grpSpPr>
          <a:xfrm>
            <a:off x="8373603" y="5266268"/>
            <a:ext cx="165120" cy="165120"/>
            <a:chOff x="8373603" y="5266268"/>
            <a:chExt cx="165120" cy="165120"/>
          </a:xfrm>
        </p:grpSpPr>
        <p:pic>
          <p:nvPicPr>
            <p:cNvPr id="113" name="Object 11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3603" y="5266268"/>
              <a:ext cx="165120" cy="165120"/>
            </a:xfrm>
            <a:prstGeom prst="rect">
              <a:avLst/>
            </a:prstGeom>
          </p:spPr>
        </p:pic>
      </p:grpSp>
      <p:grpSp>
        <p:nvGrpSpPr>
          <p:cNvPr id="1035" name="그룹 1035"/>
          <p:cNvGrpSpPr/>
          <p:nvPr/>
        </p:nvGrpSpPr>
        <p:grpSpPr>
          <a:xfrm>
            <a:off x="8680973" y="5091083"/>
            <a:ext cx="3748980" cy="490091"/>
            <a:chOff x="8680973" y="5091083"/>
            <a:chExt cx="3748980" cy="490091"/>
          </a:xfrm>
        </p:grpSpPr>
        <p:pic>
          <p:nvPicPr>
            <p:cNvPr id="116" name="Object 115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80973" y="5091083"/>
              <a:ext cx="3748980" cy="490091"/>
            </a:xfrm>
            <a:prstGeom prst="rect">
              <a:avLst/>
            </a:prstGeom>
          </p:spPr>
        </p:pic>
      </p:grpSp>
      <p:pic>
        <p:nvPicPr>
          <p:cNvPr id="118" name="Object 117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8757383" y="5094554"/>
            <a:ext cx="3770650" cy="591745"/>
          </a:xfrm>
          <a:prstGeom prst="rect">
            <a:avLst/>
          </a:prstGeom>
        </p:spPr>
      </p:pic>
      <p:grpSp>
        <p:nvGrpSpPr>
          <p:cNvPr id="1036" name="그룹 1036"/>
          <p:cNvGrpSpPr/>
          <p:nvPr/>
        </p:nvGrpSpPr>
        <p:grpSpPr>
          <a:xfrm>
            <a:off x="2311577" y="4053731"/>
            <a:ext cx="165120" cy="165120"/>
            <a:chOff x="2311577" y="4053731"/>
            <a:chExt cx="165120" cy="165120"/>
          </a:xfrm>
        </p:grpSpPr>
        <p:pic>
          <p:nvPicPr>
            <p:cNvPr id="120" name="Object 11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11577" y="4053731"/>
              <a:ext cx="165120" cy="165120"/>
            </a:xfrm>
            <a:prstGeom prst="rect">
              <a:avLst/>
            </a:prstGeom>
          </p:spPr>
        </p:pic>
      </p:grpSp>
      <p:grpSp>
        <p:nvGrpSpPr>
          <p:cNvPr id="1037" name="그룹 1037"/>
          <p:cNvGrpSpPr/>
          <p:nvPr/>
        </p:nvGrpSpPr>
        <p:grpSpPr>
          <a:xfrm>
            <a:off x="2618947" y="3878547"/>
            <a:ext cx="1512498" cy="490091"/>
            <a:chOff x="2618947" y="3878547"/>
            <a:chExt cx="1512498" cy="490091"/>
          </a:xfrm>
        </p:grpSpPr>
        <p:pic>
          <p:nvPicPr>
            <p:cNvPr id="123" name="Object 122"/>
            <p:cNvPicPr>
              <a:picLocks noChangeAspect="1"/>
            </p:cNvPicPr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18947" y="3878547"/>
              <a:ext cx="1512498" cy="490091"/>
            </a:xfrm>
            <a:prstGeom prst="rect">
              <a:avLst/>
            </a:prstGeom>
          </p:spPr>
        </p:pic>
      </p:grpSp>
      <p:pic>
        <p:nvPicPr>
          <p:cNvPr id="125" name="Object 124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2704907" y="3897888"/>
            <a:ext cx="1305364" cy="591735"/>
          </a:xfrm>
          <a:prstGeom prst="rect">
            <a:avLst/>
          </a:prstGeom>
        </p:spPr>
      </p:pic>
      <p:grpSp>
        <p:nvGrpSpPr>
          <p:cNvPr id="1038" name="그룹 1038"/>
          <p:cNvGrpSpPr/>
          <p:nvPr/>
        </p:nvGrpSpPr>
        <p:grpSpPr>
          <a:xfrm>
            <a:off x="2308402" y="4639061"/>
            <a:ext cx="165120" cy="165120"/>
            <a:chOff x="2308402" y="4639061"/>
            <a:chExt cx="165120" cy="165120"/>
          </a:xfrm>
        </p:grpSpPr>
        <p:pic>
          <p:nvPicPr>
            <p:cNvPr id="127" name="Object 126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08402" y="4639061"/>
              <a:ext cx="165120" cy="165120"/>
            </a:xfrm>
            <a:prstGeom prst="rect">
              <a:avLst/>
            </a:prstGeom>
          </p:spPr>
        </p:pic>
      </p:grpSp>
      <p:grpSp>
        <p:nvGrpSpPr>
          <p:cNvPr id="1039" name="그룹 1039"/>
          <p:cNvGrpSpPr/>
          <p:nvPr/>
        </p:nvGrpSpPr>
        <p:grpSpPr>
          <a:xfrm>
            <a:off x="2616411" y="4486099"/>
            <a:ext cx="1512498" cy="490091"/>
            <a:chOff x="2616411" y="4486099"/>
            <a:chExt cx="1512498" cy="490091"/>
          </a:xfrm>
        </p:grpSpPr>
        <p:pic>
          <p:nvPicPr>
            <p:cNvPr id="130" name="Object 129"/>
            <p:cNvPicPr>
              <a:picLocks noChangeAspect="1"/>
            </p:cNvPicPr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16411" y="4486099"/>
              <a:ext cx="1512498" cy="490091"/>
            </a:xfrm>
            <a:prstGeom prst="rect">
              <a:avLst/>
            </a:prstGeom>
          </p:spPr>
        </p:pic>
      </p:grpSp>
      <p:pic>
        <p:nvPicPr>
          <p:cNvPr id="132" name="Object 131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2702373" y="4505440"/>
            <a:ext cx="1382526" cy="591735"/>
          </a:xfrm>
          <a:prstGeom prst="rect">
            <a:avLst/>
          </a:prstGeom>
        </p:spPr>
      </p:pic>
      <p:grpSp>
        <p:nvGrpSpPr>
          <p:cNvPr id="1040" name="그룹 1040"/>
          <p:cNvGrpSpPr/>
          <p:nvPr/>
        </p:nvGrpSpPr>
        <p:grpSpPr>
          <a:xfrm>
            <a:off x="2307122" y="5230740"/>
            <a:ext cx="165120" cy="165120"/>
            <a:chOff x="2307122" y="5230740"/>
            <a:chExt cx="165120" cy="165120"/>
          </a:xfrm>
        </p:grpSpPr>
        <p:pic>
          <p:nvPicPr>
            <p:cNvPr id="134" name="Object 1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07122" y="5230740"/>
              <a:ext cx="165120" cy="165120"/>
            </a:xfrm>
            <a:prstGeom prst="rect">
              <a:avLst/>
            </a:prstGeom>
          </p:spPr>
        </p:pic>
      </p:grpSp>
      <p:grpSp>
        <p:nvGrpSpPr>
          <p:cNvPr id="1041" name="그룹 1041"/>
          <p:cNvGrpSpPr/>
          <p:nvPr/>
        </p:nvGrpSpPr>
        <p:grpSpPr>
          <a:xfrm>
            <a:off x="2615131" y="5077778"/>
            <a:ext cx="2123302" cy="490091"/>
            <a:chOff x="2615131" y="5077778"/>
            <a:chExt cx="2123302" cy="490091"/>
          </a:xfrm>
        </p:grpSpPr>
        <p:pic>
          <p:nvPicPr>
            <p:cNvPr id="137" name="Object 136"/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615131" y="5077778"/>
              <a:ext cx="2123302" cy="490091"/>
            </a:xfrm>
            <a:prstGeom prst="rect">
              <a:avLst/>
            </a:prstGeom>
          </p:spPr>
        </p:pic>
      </p:grpSp>
      <p:pic>
        <p:nvPicPr>
          <p:cNvPr id="139" name="Object 138"/>
          <p:cNvPicPr>
            <a:picLocks noChangeAspect="1"/>
          </p:cNvPicPr>
          <p:nvPr/>
        </p:nvPicPr>
        <p:blipFill>
          <a:blip r:embed="rId37" cstate="print"/>
          <a:stretch>
            <a:fillRect/>
          </a:stretch>
        </p:blipFill>
        <p:spPr>
          <a:xfrm>
            <a:off x="2701097" y="5097116"/>
            <a:ext cx="2084240" cy="591735"/>
          </a:xfrm>
          <a:prstGeom prst="rect">
            <a:avLst/>
          </a:prstGeom>
        </p:spPr>
      </p:pic>
      <p:pic>
        <p:nvPicPr>
          <p:cNvPr id="140" name="Object 139"/>
          <p:cNvPicPr>
            <a:picLocks noChangeAspect="1"/>
          </p:cNvPicPr>
          <p:nvPr/>
        </p:nvPicPr>
        <p:blipFill>
          <a:blip r:embed="rId38" cstate="print"/>
          <a:stretch>
            <a:fillRect/>
          </a:stretch>
        </p:blipFill>
        <p:spPr>
          <a:xfrm>
            <a:off x="4041292" y="3401699"/>
            <a:ext cx="669345" cy="591735"/>
          </a:xfrm>
          <a:prstGeom prst="rect">
            <a:avLst/>
          </a:prstGeom>
        </p:spPr>
      </p:pic>
      <p:pic>
        <p:nvPicPr>
          <p:cNvPr id="141" name="Object 140"/>
          <p:cNvPicPr>
            <a:picLocks noChangeAspect="1"/>
          </p:cNvPicPr>
          <p:nvPr/>
        </p:nvPicPr>
        <p:blipFill>
          <a:blip r:embed="rId39" cstate="print"/>
          <a:stretch>
            <a:fillRect/>
          </a:stretch>
        </p:blipFill>
        <p:spPr>
          <a:xfrm>
            <a:off x="10089621" y="3401697"/>
            <a:ext cx="866869" cy="591735"/>
          </a:xfrm>
          <a:prstGeom prst="rect">
            <a:avLst/>
          </a:prstGeom>
        </p:spPr>
      </p:pic>
      <p:pic>
        <p:nvPicPr>
          <p:cNvPr id="142" name="Object 141"/>
          <p:cNvPicPr>
            <a:picLocks noChangeAspect="1"/>
          </p:cNvPicPr>
          <p:nvPr/>
        </p:nvPicPr>
        <p:blipFill>
          <a:blip r:embed="rId40" cstate="print"/>
          <a:stretch>
            <a:fillRect/>
          </a:stretch>
        </p:blipFill>
        <p:spPr>
          <a:xfrm>
            <a:off x="16199240" y="3353230"/>
            <a:ext cx="690878" cy="619678"/>
          </a:xfrm>
          <a:prstGeom prst="rect">
            <a:avLst/>
          </a:prstGeom>
        </p:spPr>
      </p:pic>
      <p:pic>
        <p:nvPicPr>
          <p:cNvPr id="143" name="Object 142"/>
          <p:cNvPicPr>
            <a:picLocks noChangeAspect="1"/>
          </p:cNvPicPr>
          <p:nvPr/>
        </p:nvPicPr>
        <p:blipFill>
          <a:blip r:embed="rId40" cstate="print"/>
          <a:stretch>
            <a:fillRect/>
          </a:stretch>
        </p:blipFill>
        <p:spPr>
          <a:xfrm>
            <a:off x="4031768" y="6629188"/>
            <a:ext cx="690878" cy="619678"/>
          </a:xfrm>
          <a:prstGeom prst="rect">
            <a:avLst/>
          </a:prstGeom>
        </p:spPr>
      </p:pic>
      <p:pic>
        <p:nvPicPr>
          <p:cNvPr id="144" name="Object 143"/>
          <p:cNvPicPr>
            <a:picLocks noChangeAspect="1"/>
          </p:cNvPicPr>
          <p:nvPr/>
        </p:nvPicPr>
        <p:blipFill>
          <a:blip r:embed="rId40" cstate="print"/>
          <a:stretch>
            <a:fillRect/>
          </a:stretch>
        </p:blipFill>
        <p:spPr>
          <a:xfrm>
            <a:off x="10070568" y="6629188"/>
            <a:ext cx="690878" cy="619678"/>
          </a:xfrm>
          <a:prstGeom prst="rect">
            <a:avLst/>
          </a:prstGeom>
        </p:spPr>
      </p:pic>
      <p:grpSp>
        <p:nvGrpSpPr>
          <p:cNvPr id="1042" name="그룹 1042"/>
          <p:cNvGrpSpPr/>
          <p:nvPr/>
        </p:nvGrpSpPr>
        <p:grpSpPr>
          <a:xfrm>
            <a:off x="8370111" y="4642236"/>
            <a:ext cx="165120" cy="165120"/>
            <a:chOff x="8370111" y="4642236"/>
            <a:chExt cx="165120" cy="165120"/>
          </a:xfrm>
        </p:grpSpPr>
        <p:pic>
          <p:nvPicPr>
            <p:cNvPr id="146" name="Object 14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0111" y="4642236"/>
              <a:ext cx="165120" cy="165120"/>
            </a:xfrm>
            <a:prstGeom prst="rect">
              <a:avLst/>
            </a:prstGeom>
          </p:spPr>
        </p:pic>
      </p:grpSp>
      <p:grpSp>
        <p:nvGrpSpPr>
          <p:cNvPr id="1043" name="그룹 1043"/>
          <p:cNvGrpSpPr/>
          <p:nvPr/>
        </p:nvGrpSpPr>
        <p:grpSpPr>
          <a:xfrm>
            <a:off x="8677481" y="4467051"/>
            <a:ext cx="2148584" cy="490091"/>
            <a:chOff x="8677481" y="4467051"/>
            <a:chExt cx="2148584" cy="490091"/>
          </a:xfrm>
        </p:grpSpPr>
        <p:pic>
          <p:nvPicPr>
            <p:cNvPr id="149" name="Object 148"/>
            <p:cNvPicPr>
              <a:picLocks noChangeAspect="1"/>
            </p:cNvPicPr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677481" y="4467051"/>
              <a:ext cx="2148584" cy="490091"/>
            </a:xfrm>
            <a:prstGeom prst="rect">
              <a:avLst/>
            </a:prstGeom>
          </p:spPr>
        </p:pic>
      </p:grpSp>
      <p:pic>
        <p:nvPicPr>
          <p:cNvPr id="151" name="Object 150"/>
          <p:cNvPicPr>
            <a:picLocks noChangeAspect="1"/>
          </p:cNvPicPr>
          <p:nvPr/>
        </p:nvPicPr>
        <p:blipFill>
          <a:blip r:embed="rId42" cstate="print"/>
          <a:stretch>
            <a:fillRect/>
          </a:stretch>
        </p:blipFill>
        <p:spPr>
          <a:xfrm>
            <a:off x="8763440" y="4486392"/>
            <a:ext cx="2132859" cy="588554"/>
          </a:xfrm>
          <a:prstGeom prst="rect">
            <a:avLst/>
          </a:prstGeom>
        </p:spPr>
      </p:pic>
      <p:grpSp>
        <p:nvGrpSpPr>
          <p:cNvPr id="1044" name="그룹 1044"/>
          <p:cNvGrpSpPr/>
          <p:nvPr/>
        </p:nvGrpSpPr>
        <p:grpSpPr>
          <a:xfrm>
            <a:off x="14812424" y="3875352"/>
            <a:ext cx="1137747" cy="490091"/>
            <a:chOff x="14812424" y="3875352"/>
            <a:chExt cx="1137747" cy="490091"/>
          </a:xfrm>
        </p:grpSpPr>
        <p:pic>
          <p:nvPicPr>
            <p:cNvPr id="153" name="Object 152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12424" y="3875352"/>
              <a:ext cx="1137747" cy="490091"/>
            </a:xfrm>
            <a:prstGeom prst="rect">
              <a:avLst/>
            </a:prstGeom>
          </p:spPr>
        </p:pic>
      </p:grpSp>
      <p:pic>
        <p:nvPicPr>
          <p:cNvPr id="155" name="Object 154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14898383" y="3894696"/>
            <a:ext cx="1136107" cy="588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406126" y="4609452"/>
            <a:ext cx="165120" cy="165120"/>
            <a:chOff x="3406126" y="4609452"/>
            <a:chExt cx="165120" cy="16512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6126" y="4609452"/>
              <a:ext cx="165120" cy="16512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054159" y="3707808"/>
            <a:ext cx="1014944" cy="758811"/>
            <a:chOff x="2054159" y="3707808"/>
            <a:chExt cx="1014944" cy="75881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4159" y="3707808"/>
              <a:ext cx="1014944" cy="75881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300053" y="4609452"/>
            <a:ext cx="165120" cy="165120"/>
            <a:chOff x="13300053" y="4609452"/>
            <a:chExt cx="165120" cy="16512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00053" y="4609452"/>
              <a:ext cx="165120" cy="16512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948086" y="3707808"/>
            <a:ext cx="1014944" cy="758811"/>
            <a:chOff x="11948086" y="3707808"/>
            <a:chExt cx="1014944" cy="758811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8086" y="3707808"/>
              <a:ext cx="1014944" cy="75881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300053" y="4971349"/>
            <a:ext cx="165120" cy="165120"/>
            <a:chOff x="13300053" y="4971349"/>
            <a:chExt cx="165120" cy="165120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00053" y="4971349"/>
              <a:ext cx="165120" cy="165120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151740" y="3792270"/>
            <a:ext cx="1203493" cy="990465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583272" y="4500906"/>
            <a:ext cx="946613" cy="523165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899966" y="3805418"/>
            <a:ext cx="1323429" cy="813925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6988097" y="3707808"/>
            <a:ext cx="4447136" cy="1495302"/>
            <a:chOff x="6988097" y="3707808"/>
            <a:chExt cx="4447136" cy="1495302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8340064" y="4609452"/>
              <a:ext cx="165120" cy="165120"/>
              <a:chOff x="8340064" y="4609452"/>
              <a:chExt cx="165120" cy="165120"/>
            </a:xfrm>
          </p:grpSpPr>
          <p:pic>
            <p:nvPicPr>
              <p:cNvPr id="32" name="Object 3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340064" y="4609452"/>
                <a:ext cx="165120" cy="165120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6988097" y="3707808"/>
              <a:ext cx="1014944" cy="758811"/>
              <a:chOff x="6988097" y="3707808"/>
              <a:chExt cx="1014944" cy="758811"/>
            </a:xfrm>
          </p:grpSpPr>
          <p:pic>
            <p:nvPicPr>
              <p:cNvPr id="35" name="Object 3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988097" y="3707808"/>
                <a:ext cx="1014944" cy="758811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8340064" y="4971349"/>
              <a:ext cx="165120" cy="165120"/>
              <a:chOff x="8340064" y="4971349"/>
              <a:chExt cx="165120" cy="165120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340064" y="4971349"/>
                <a:ext cx="165120" cy="165120"/>
              </a:xfrm>
              <a:prstGeom prst="rect">
                <a:avLst/>
              </a:prstGeom>
            </p:spPr>
          </p:pic>
        </p:grpSp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6153" y="3756298"/>
              <a:ext cx="1202227" cy="926950"/>
            </a:xfrm>
            <a:prstGeom prst="rect">
              <a:avLst/>
            </a:prstGeom>
          </p:spPr>
        </p:pic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17211" y="4500906"/>
              <a:ext cx="946603" cy="523165"/>
            </a:xfrm>
            <a:prstGeom prst="rect">
              <a:avLst/>
            </a:prstGeom>
          </p:spPr>
        </p:pic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17208" y="4862802"/>
              <a:ext cx="1346946" cy="523165"/>
            </a:xfrm>
            <a:prstGeom prst="rect">
              <a:avLst/>
            </a:prstGeom>
          </p:spPr>
        </p:pic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60295" y="3805421"/>
              <a:ext cx="1320448" cy="813924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3045645" y="3792270"/>
            <a:ext cx="3413408" cy="980931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3477167" y="4500906"/>
            <a:ext cx="1972156" cy="523165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3467643" y="4848697"/>
            <a:ext cx="1527680" cy="525975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820263" y="3805421"/>
            <a:ext cx="1320448" cy="813924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0475325" y="6328571"/>
            <a:ext cx="1014944" cy="758811"/>
            <a:chOff x="10475325" y="6328571"/>
            <a:chExt cx="1014944" cy="758811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5325" y="6328571"/>
              <a:ext cx="1014944" cy="75881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1687187" y="7277812"/>
            <a:ext cx="165120" cy="165120"/>
            <a:chOff x="11687187" y="7277812"/>
            <a:chExt cx="165120" cy="165120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87187" y="7277812"/>
              <a:ext cx="165120" cy="165120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687187" y="7639709"/>
            <a:ext cx="165120" cy="165120"/>
            <a:chOff x="11687187" y="7639709"/>
            <a:chExt cx="165120" cy="165120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87187" y="7639709"/>
              <a:ext cx="165120" cy="165120"/>
            </a:xfrm>
            <a:prstGeom prst="rect">
              <a:avLst/>
            </a:prstGeom>
          </p:spPr>
        </p:pic>
      </p:grpSp>
      <p:pic>
        <p:nvPicPr>
          <p:cNvPr id="58" name="Object 5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563380" y="6355898"/>
            <a:ext cx="1230370" cy="990436"/>
          </a:xfrm>
          <a:prstGeom prst="rect">
            <a:avLst/>
          </a:prstGeom>
        </p:spPr>
      </p:pic>
      <p:pic>
        <p:nvPicPr>
          <p:cNvPr id="59" name="Object 5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0347341" y="6417269"/>
            <a:ext cx="1320991" cy="840667"/>
          </a:xfrm>
          <a:prstGeom prst="rect">
            <a:avLst/>
          </a:prstGeom>
        </p:spPr>
      </p:pic>
      <p:pic>
        <p:nvPicPr>
          <p:cNvPr id="60" name="Object 59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1864287" y="7169268"/>
            <a:ext cx="946613" cy="523165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1864287" y="7531163"/>
            <a:ext cx="946613" cy="523165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6463857" y="1069867"/>
            <a:ext cx="5357995" cy="1697811"/>
            <a:chOff x="6463857" y="1069867"/>
            <a:chExt cx="5357995" cy="1697811"/>
          </a:xfrm>
        </p:grpSpPr>
        <p:grpSp>
          <p:nvGrpSpPr>
            <p:cNvPr id="1017" name="그룹 1017"/>
            <p:cNvGrpSpPr/>
            <p:nvPr/>
          </p:nvGrpSpPr>
          <p:grpSpPr>
            <a:xfrm>
              <a:off x="8899743" y="2272440"/>
              <a:ext cx="486229" cy="486229"/>
              <a:chOff x="8899743" y="2272440"/>
              <a:chExt cx="486229" cy="486229"/>
            </a:xfrm>
          </p:grpSpPr>
          <p:pic>
            <p:nvPicPr>
              <p:cNvPr id="65" name="Object 64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8899743" y="2272440"/>
                <a:ext cx="486229" cy="486229"/>
              </a:xfrm>
              <a:prstGeom prst="rect">
                <a:avLst/>
              </a:prstGeom>
            </p:spPr>
          </p:pic>
        </p:grpSp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82397" y="964721"/>
              <a:ext cx="8136822" cy="2348326"/>
            </a:xfrm>
            <a:prstGeom prst="rect">
              <a:avLst/>
            </a:prstGeom>
          </p:spPr>
        </p:pic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72831" y="952697"/>
              <a:ext cx="5146411" cy="692458"/>
            </a:xfrm>
            <a:prstGeom prst="rect">
              <a:avLst/>
            </a:prstGeom>
          </p:spPr>
        </p:pic>
      </p:grpSp>
      <p:pic>
        <p:nvPicPr>
          <p:cNvPr id="70" name="Object 69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4659784" y="9745803"/>
            <a:ext cx="4597521" cy="563293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6140385" y="7230216"/>
            <a:ext cx="165120" cy="165120"/>
            <a:chOff x="6140385" y="7230216"/>
            <a:chExt cx="165120" cy="165120"/>
          </a:xfrm>
        </p:grpSpPr>
        <p:pic>
          <p:nvPicPr>
            <p:cNvPr id="72" name="Object 7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0385" y="7230216"/>
              <a:ext cx="165120" cy="165120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4788419" y="6328571"/>
            <a:ext cx="1014944" cy="758811"/>
            <a:chOff x="4788419" y="6328571"/>
            <a:chExt cx="1014944" cy="758811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8419" y="6328571"/>
              <a:ext cx="1014944" cy="758811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6140385" y="7601636"/>
            <a:ext cx="165120" cy="165120"/>
            <a:chOff x="6140385" y="7601636"/>
            <a:chExt cx="165120" cy="165120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0385" y="7601636"/>
              <a:ext cx="165120" cy="165120"/>
            </a:xfrm>
            <a:prstGeom prst="rect">
              <a:avLst/>
            </a:prstGeom>
          </p:spPr>
        </p:pic>
      </p:grpSp>
      <p:pic>
        <p:nvPicPr>
          <p:cNvPr id="80" name="Object 79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5876475" y="6377060"/>
            <a:ext cx="1976855" cy="926950"/>
          </a:xfrm>
          <a:prstGeom prst="rect">
            <a:avLst/>
          </a:prstGeom>
        </p:spPr>
      </p:pic>
      <p:pic>
        <p:nvPicPr>
          <p:cNvPr id="81" name="Object 80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6317535" y="7121668"/>
            <a:ext cx="3049946" cy="523165"/>
          </a:xfrm>
          <a:prstGeom prst="rect">
            <a:avLst/>
          </a:prstGeom>
        </p:spPr>
      </p:pic>
      <p:pic>
        <p:nvPicPr>
          <p:cNvPr id="82" name="Object 81"/>
          <p:cNvPicPr>
            <a:picLocks noChangeAspect="1"/>
          </p:cNvPicPr>
          <p:nvPr/>
        </p:nvPicPr>
        <p:blipFill>
          <a:blip r:embed="rId31" cstate="print"/>
          <a:stretch>
            <a:fillRect/>
          </a:stretch>
        </p:blipFill>
        <p:spPr>
          <a:xfrm>
            <a:off x="6308007" y="7478982"/>
            <a:ext cx="1176442" cy="525975"/>
          </a:xfrm>
          <a:prstGeom prst="rect">
            <a:avLst/>
          </a:prstGeom>
        </p:spPr>
      </p:pic>
      <p:pic>
        <p:nvPicPr>
          <p:cNvPr id="83" name="Object 82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4660618" y="6426183"/>
            <a:ext cx="1329972" cy="813924"/>
          </a:xfrm>
          <a:prstGeom prst="rect">
            <a:avLst/>
          </a:prstGeom>
        </p:spPr>
      </p:pic>
      <p:grpSp>
        <p:nvGrpSpPr>
          <p:cNvPr id="1021" name="그룹 1021"/>
          <p:cNvGrpSpPr/>
          <p:nvPr/>
        </p:nvGrpSpPr>
        <p:grpSpPr>
          <a:xfrm>
            <a:off x="6140385" y="7985756"/>
            <a:ext cx="165120" cy="165120"/>
            <a:chOff x="6140385" y="7985756"/>
            <a:chExt cx="165120" cy="165120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0385" y="7985756"/>
              <a:ext cx="165120" cy="165120"/>
            </a:xfrm>
            <a:prstGeom prst="rect">
              <a:avLst/>
            </a:prstGeom>
          </p:spPr>
        </p:pic>
      </p:grpSp>
      <p:pic>
        <p:nvPicPr>
          <p:cNvPr id="87" name="Object 86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6317528" y="7877211"/>
            <a:ext cx="1171470" cy="523165"/>
          </a:xfrm>
          <a:prstGeom prst="rect">
            <a:avLst/>
          </a:prstGeom>
        </p:spPr>
      </p:pic>
      <p:grpSp>
        <p:nvGrpSpPr>
          <p:cNvPr id="1022" name="그룹 1022"/>
          <p:cNvGrpSpPr/>
          <p:nvPr/>
        </p:nvGrpSpPr>
        <p:grpSpPr>
          <a:xfrm>
            <a:off x="6140385" y="8388924"/>
            <a:ext cx="165120" cy="165120"/>
            <a:chOff x="6140385" y="8388924"/>
            <a:chExt cx="165120" cy="165120"/>
          </a:xfrm>
        </p:grpSpPr>
        <p:pic>
          <p:nvPicPr>
            <p:cNvPr id="89" name="Object 8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0385" y="8388924"/>
              <a:ext cx="165120" cy="165120"/>
            </a:xfrm>
            <a:prstGeom prst="rect">
              <a:avLst/>
            </a:prstGeom>
          </p:spPr>
        </p:pic>
      </p:grpSp>
      <p:pic>
        <p:nvPicPr>
          <p:cNvPr id="91" name="Object 90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6308007" y="8236788"/>
            <a:ext cx="942165" cy="555527"/>
          </a:xfrm>
          <a:prstGeom prst="rect">
            <a:avLst/>
          </a:prstGeom>
        </p:spPr>
      </p:pic>
      <p:grpSp>
        <p:nvGrpSpPr>
          <p:cNvPr id="1023" name="그룹 1023"/>
          <p:cNvGrpSpPr/>
          <p:nvPr/>
        </p:nvGrpSpPr>
        <p:grpSpPr>
          <a:xfrm>
            <a:off x="11685817" y="8004783"/>
            <a:ext cx="165120" cy="165120"/>
            <a:chOff x="11685817" y="8004783"/>
            <a:chExt cx="165120" cy="165120"/>
          </a:xfrm>
        </p:grpSpPr>
        <p:pic>
          <p:nvPicPr>
            <p:cNvPr id="93" name="Object 9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85817" y="8004783"/>
              <a:ext cx="165120" cy="165120"/>
            </a:xfrm>
            <a:prstGeom prst="rect">
              <a:avLst/>
            </a:prstGeom>
          </p:spPr>
        </p:pic>
      </p:grpSp>
      <p:pic>
        <p:nvPicPr>
          <p:cNvPr id="95" name="Object 94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11862954" y="7896230"/>
            <a:ext cx="946603" cy="523165"/>
          </a:xfrm>
          <a:prstGeom prst="rect">
            <a:avLst/>
          </a:prstGeom>
        </p:spPr>
      </p:pic>
      <p:grpSp>
        <p:nvGrpSpPr>
          <p:cNvPr id="1024" name="그룹 1024"/>
          <p:cNvGrpSpPr/>
          <p:nvPr/>
        </p:nvGrpSpPr>
        <p:grpSpPr>
          <a:xfrm>
            <a:off x="8340063" y="5333393"/>
            <a:ext cx="165120" cy="165120"/>
            <a:chOff x="8340063" y="5333393"/>
            <a:chExt cx="165120" cy="165120"/>
          </a:xfrm>
        </p:grpSpPr>
        <p:pic>
          <p:nvPicPr>
            <p:cNvPr id="97" name="Object 9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0063" y="5333393"/>
              <a:ext cx="165120" cy="165120"/>
            </a:xfrm>
            <a:prstGeom prst="rect">
              <a:avLst/>
            </a:prstGeom>
          </p:spPr>
        </p:pic>
      </p:grpSp>
      <p:pic>
        <p:nvPicPr>
          <p:cNvPr id="99" name="Object 98"/>
          <p:cNvPicPr>
            <a:picLocks noChangeAspect="1"/>
          </p:cNvPicPr>
          <p:nvPr/>
        </p:nvPicPr>
        <p:blipFill>
          <a:blip r:embed="rId36" cstate="print"/>
          <a:stretch>
            <a:fillRect/>
          </a:stretch>
        </p:blipFill>
        <p:spPr>
          <a:xfrm>
            <a:off x="8507687" y="5210744"/>
            <a:ext cx="1371194" cy="525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60690" y="3765600"/>
            <a:ext cx="5612415" cy="3775835"/>
            <a:chOff x="960690" y="3765600"/>
            <a:chExt cx="5612415" cy="377583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-1742828" y="1980371"/>
              <a:ext cx="11224830" cy="7551670"/>
            </a:xfrm>
            <a:prstGeom prst="rect">
              <a:avLst/>
            </a:prstGeom>
          </p:spPr>
        </p:pic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0690" y="3765600"/>
              <a:ext cx="5612415" cy="377583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827144" y="3894465"/>
            <a:ext cx="5269407" cy="3518104"/>
            <a:chOff x="6827144" y="3894465"/>
            <a:chExt cx="5269407" cy="3518104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8120" y="2231093"/>
              <a:ext cx="10538813" cy="7036208"/>
            </a:xfrm>
            <a:prstGeom prst="rect">
              <a:avLst/>
            </a:prstGeom>
          </p:spPr>
        </p:pic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7144" y="3894465"/>
              <a:ext cx="5269407" cy="351810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417955" y="4141276"/>
            <a:ext cx="4867949" cy="3110197"/>
            <a:chOff x="12417955" y="4141276"/>
            <a:chExt cx="4867949" cy="3110197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68567" y="2670763"/>
              <a:ext cx="9735899" cy="6220395"/>
            </a:xfrm>
            <a:prstGeom prst="rect">
              <a:avLst/>
            </a:prstGeom>
          </p:spPr>
        </p:pic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17955" y="4141276"/>
              <a:ext cx="4867949" cy="3110197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491921" y="975302"/>
            <a:ext cx="8136907" cy="2321878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995467" y="925745"/>
            <a:ext cx="6402735" cy="749183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6193355" y="9745803"/>
            <a:ext cx="2297093" cy="563302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015106" y="8134267"/>
            <a:ext cx="2952114" cy="39788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388850" y="8330461"/>
            <a:ext cx="2839733" cy="497352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919333" y="8134267"/>
            <a:ext cx="2952114" cy="39788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8150343" y="8330457"/>
            <a:ext cx="3111038" cy="497352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3302448" y="8134267"/>
            <a:ext cx="2952114" cy="397886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3426362" y="8330457"/>
            <a:ext cx="3236981" cy="497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434344"/>
            <a:ext cx="486229" cy="486229"/>
            <a:chOff x="8899743" y="2434344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9743" y="2434344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425541" y="3826190"/>
            <a:ext cx="5434632" cy="3628785"/>
            <a:chOff x="6425541" y="3826190"/>
            <a:chExt cx="5434632" cy="3628785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5541" y="3826190"/>
              <a:ext cx="5434632" cy="3628785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491921" y="1137207"/>
            <a:ext cx="8136907" cy="2321878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995467" y="1087650"/>
            <a:ext cx="6402735" cy="749183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6187927" y="9745803"/>
            <a:ext cx="2313379" cy="56330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282777" y="4156190"/>
            <a:ext cx="5907924" cy="1806152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917597" y="6473443"/>
            <a:ext cx="2042263" cy="531319"/>
            <a:chOff x="1917597" y="6473443"/>
            <a:chExt cx="2042263" cy="53131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17597" y="6473443"/>
              <a:ext cx="2042263" cy="53131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2188402" y="6687238"/>
            <a:ext cx="103729" cy="103729"/>
            <a:chOff x="2188402" y="6687238"/>
            <a:chExt cx="103729" cy="10372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88402" y="6687238"/>
              <a:ext cx="103729" cy="103729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824722" y="6479029"/>
            <a:ext cx="2138299" cy="590232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4305334" y="6473443"/>
            <a:ext cx="2042263" cy="531319"/>
            <a:chOff x="4305334" y="6473443"/>
            <a:chExt cx="2042263" cy="53131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05334" y="6473443"/>
              <a:ext cx="2042263" cy="5313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576139" y="6687238"/>
            <a:ext cx="103729" cy="103729"/>
            <a:chOff x="4576139" y="6687238"/>
            <a:chExt cx="103729" cy="103729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76139" y="6687238"/>
              <a:ext cx="103729" cy="103729"/>
            </a:xfrm>
            <a:prstGeom prst="rect">
              <a:avLst/>
            </a:prstGeom>
          </p:spPr>
        </p:pic>
      </p:grpSp>
      <p:pic>
        <p:nvPicPr>
          <p:cNvPr id="36" name="Object 35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221982" y="6479034"/>
            <a:ext cx="2100203" cy="590232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137428" y="5255872"/>
            <a:ext cx="6953019" cy="779038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112781" y="4026191"/>
            <a:ext cx="6599095" cy="2351981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3719692" y="6473443"/>
            <a:ext cx="2042263" cy="531319"/>
            <a:chOff x="13719692" y="6473443"/>
            <a:chExt cx="2042263" cy="531319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719692" y="6473443"/>
              <a:ext cx="2042263" cy="53131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3990497" y="6687238"/>
            <a:ext cx="103729" cy="103729"/>
            <a:chOff x="13990497" y="6687238"/>
            <a:chExt cx="103729" cy="103729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990497" y="6687238"/>
              <a:ext cx="103729" cy="103729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3543110" y="6479034"/>
            <a:ext cx="2183765" cy="590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033984" y="9745803"/>
            <a:ext cx="3851245" cy="563302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6463857" y="1231771"/>
            <a:ext cx="5357995" cy="1697811"/>
            <a:chOff x="6463857" y="1231771"/>
            <a:chExt cx="5357995" cy="169781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899743" y="2434344"/>
              <a:ext cx="486229" cy="486229"/>
              <a:chOff x="8899743" y="2434344"/>
              <a:chExt cx="486229" cy="486229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899743" y="2434344"/>
                <a:ext cx="486229" cy="486229"/>
              </a:xfrm>
              <a:prstGeom prst="rect">
                <a:avLst/>
              </a:prstGeom>
            </p:spPr>
          </p:pic>
        </p:grpSp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99159" y="1122626"/>
              <a:ext cx="7439231" cy="2194193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72831" y="1114602"/>
              <a:ext cx="5146411" cy="69245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385960" y="4739260"/>
            <a:ext cx="3931317" cy="2865129"/>
            <a:chOff x="2385960" y="4739260"/>
            <a:chExt cx="3931317" cy="2865129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85960" y="4739260"/>
              <a:ext cx="3931317" cy="28651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2672558" y="5117490"/>
            <a:ext cx="339822" cy="332413"/>
            <a:chOff x="2672558" y="5117490"/>
            <a:chExt cx="339822" cy="33241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72558" y="5117490"/>
              <a:ext cx="339822" cy="33241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2897410" y="5900070"/>
            <a:ext cx="204164" cy="204164"/>
            <a:chOff x="2897410" y="5900070"/>
            <a:chExt cx="204164" cy="204164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97410" y="5900070"/>
              <a:ext cx="204164" cy="20416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5000925" y="4152359"/>
            <a:ext cx="1196855" cy="1196855"/>
            <a:chOff x="5000925" y="4152359"/>
            <a:chExt cx="1196855" cy="1196855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00925" y="4152359"/>
              <a:ext cx="1196855" cy="1196855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112762" y="5797676"/>
            <a:ext cx="2614067" cy="1231429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048865" y="4871560"/>
            <a:ext cx="1731227" cy="1081875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8578529" y="5083663"/>
            <a:ext cx="339822" cy="332413"/>
            <a:chOff x="8578529" y="5083663"/>
            <a:chExt cx="339822" cy="332413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78529" y="5083663"/>
              <a:ext cx="339822" cy="332413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8620870" y="5661995"/>
            <a:ext cx="204164" cy="204164"/>
            <a:chOff x="8620870" y="5661995"/>
            <a:chExt cx="204164" cy="204164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20870" y="5661995"/>
              <a:ext cx="204164" cy="20416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204299" y="4739260"/>
            <a:ext cx="3877115" cy="2840867"/>
            <a:chOff x="7204299" y="4739260"/>
            <a:chExt cx="3877115" cy="2840867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04299" y="4739260"/>
              <a:ext cx="3877115" cy="284086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9773520" y="4152359"/>
            <a:ext cx="1196855" cy="1196855"/>
            <a:chOff x="9773520" y="4152359"/>
            <a:chExt cx="1196855" cy="1196855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9773520" y="4152359"/>
              <a:ext cx="1196855" cy="1196855"/>
              <a:chOff x="9773520" y="4152359"/>
              <a:chExt cx="1196855" cy="1196855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9773520" y="4152359"/>
                <a:ext cx="1196855" cy="1196855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9921267" y="4255532"/>
              <a:ext cx="925591" cy="925591"/>
              <a:chOff x="9921267" y="4255532"/>
              <a:chExt cx="925591" cy="925591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9921267" y="4255532"/>
                <a:ext cx="925591" cy="925591"/>
              </a:xfrm>
              <a:prstGeom prst="rect">
                <a:avLst/>
              </a:prstGeom>
            </p:spPr>
          </p:pic>
        </p:grpSp>
      </p:grpSp>
      <p:pic>
        <p:nvPicPr>
          <p:cNvPr id="52" name="Object 5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918715" y="5780234"/>
            <a:ext cx="2796743" cy="911695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7883732" y="5070130"/>
            <a:ext cx="1466351" cy="710446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7462594" y="5134404"/>
            <a:ext cx="339822" cy="332413"/>
            <a:chOff x="7462594" y="5134404"/>
            <a:chExt cx="339822" cy="332413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62594" y="5134404"/>
              <a:ext cx="339822" cy="332413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7696529" y="5915420"/>
            <a:ext cx="204164" cy="204164"/>
            <a:chOff x="7696529" y="5915420"/>
            <a:chExt cx="204164" cy="204164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529" y="5915420"/>
              <a:ext cx="204164" cy="20416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4311343" y="4817645"/>
            <a:ext cx="948655" cy="808222"/>
            <a:chOff x="14311343" y="4817645"/>
            <a:chExt cx="948655" cy="808222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311343" y="4817645"/>
              <a:ext cx="948655" cy="808222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1973197" y="4753546"/>
            <a:ext cx="3835266" cy="2850843"/>
            <a:chOff x="11973197" y="4753546"/>
            <a:chExt cx="3835266" cy="2850843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973197" y="4753546"/>
              <a:ext cx="3835266" cy="2850843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4508227" y="4166645"/>
            <a:ext cx="1196855" cy="1196855"/>
            <a:chOff x="14508227" y="4166645"/>
            <a:chExt cx="1196855" cy="1196855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08227" y="4166645"/>
              <a:ext cx="1196855" cy="1196855"/>
            </a:xfrm>
            <a:prstGeom prst="rect">
              <a:avLst/>
            </a:prstGeom>
          </p:spPr>
        </p:pic>
      </p:grpSp>
      <p:pic>
        <p:nvPicPr>
          <p:cNvPr id="69" name="Object 68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2638250" y="5737143"/>
            <a:ext cx="2965667" cy="1231638"/>
          </a:xfrm>
          <a:prstGeom prst="rect">
            <a:avLst/>
          </a:prstGeom>
        </p:spPr>
      </p:pic>
      <p:pic>
        <p:nvPicPr>
          <p:cNvPr id="70" name="Object 69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2567675" y="5084421"/>
            <a:ext cx="2396656" cy="710447"/>
          </a:xfrm>
          <a:prstGeom prst="rect">
            <a:avLst/>
          </a:prstGeom>
        </p:spPr>
      </p:pic>
      <p:grpSp>
        <p:nvGrpSpPr>
          <p:cNvPr id="1021" name="그룹 1021"/>
          <p:cNvGrpSpPr/>
          <p:nvPr/>
        </p:nvGrpSpPr>
        <p:grpSpPr>
          <a:xfrm>
            <a:off x="14685470" y="4397247"/>
            <a:ext cx="842370" cy="717671"/>
            <a:chOff x="14685470" y="4397247"/>
            <a:chExt cx="842370" cy="717671"/>
          </a:xfrm>
        </p:grpSpPr>
        <p:pic>
          <p:nvPicPr>
            <p:cNvPr id="72" name="Object 71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685470" y="4397247"/>
              <a:ext cx="842370" cy="717671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2210536" y="5148690"/>
            <a:ext cx="339822" cy="332413"/>
            <a:chOff x="12210536" y="5148690"/>
            <a:chExt cx="339822" cy="332413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210536" y="5148690"/>
              <a:ext cx="339822" cy="332413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2355403" y="5872333"/>
            <a:ext cx="204164" cy="204164"/>
            <a:chOff x="12355403" y="5872333"/>
            <a:chExt cx="204164" cy="204164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55403" y="5872333"/>
              <a:ext cx="204164" cy="204164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5393028" y="4349055"/>
            <a:ext cx="545981" cy="822894"/>
            <a:chOff x="5393028" y="4349055"/>
            <a:chExt cx="545981" cy="822894"/>
          </a:xfrm>
        </p:grpSpPr>
        <p:pic>
          <p:nvPicPr>
            <p:cNvPr id="81" name="Object 80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93028" y="4349055"/>
              <a:ext cx="545981" cy="8228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955638" y="2694118"/>
            <a:ext cx="12374438" cy="6960621"/>
            <a:chOff x="2955638" y="2694118"/>
            <a:chExt cx="12374438" cy="696062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5638" y="2694118"/>
              <a:ext cx="12374438" cy="6960621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193568" y="964721"/>
            <a:ext cx="6425850" cy="2348326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587328" y="966659"/>
            <a:ext cx="6820896" cy="723230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5450670" y="9745803"/>
            <a:ext cx="3016188" cy="563302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1512879" y="975302"/>
            <a:ext cx="17985097" cy="2321878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607573" y="954316"/>
            <a:ext cx="6816154" cy="749183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5282179" y="9745803"/>
            <a:ext cx="3273645" cy="563302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2314804" y="4376376"/>
            <a:ext cx="165120" cy="165120"/>
            <a:chOff x="12314804" y="4376376"/>
            <a:chExt cx="165120" cy="165120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14804" y="4376376"/>
              <a:ext cx="165120" cy="16512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962838" y="3474732"/>
            <a:ext cx="1014944" cy="758811"/>
            <a:chOff x="10962838" y="3474732"/>
            <a:chExt cx="1014944" cy="758811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62838" y="3474732"/>
              <a:ext cx="1014944" cy="75881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314804" y="6761883"/>
            <a:ext cx="165120" cy="165120"/>
            <a:chOff x="12314804" y="6761883"/>
            <a:chExt cx="165120" cy="165120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14804" y="6761883"/>
              <a:ext cx="165120" cy="16512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962838" y="5860239"/>
            <a:ext cx="1014944" cy="758811"/>
            <a:chOff x="10962838" y="5860239"/>
            <a:chExt cx="1014944" cy="758811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62838" y="5860239"/>
              <a:ext cx="1014944" cy="75881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314804" y="7752351"/>
            <a:ext cx="165120" cy="165120"/>
            <a:chOff x="12314804" y="7752351"/>
            <a:chExt cx="165120" cy="165120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14804" y="7752351"/>
              <a:ext cx="165120" cy="165120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507143" y="7620943"/>
            <a:ext cx="4879382" cy="1120953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507143" y="6630476"/>
            <a:ext cx="5086972" cy="1120953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031812" y="5878041"/>
            <a:ext cx="1748331" cy="999960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0835005" y="5957851"/>
            <a:ext cx="1320449" cy="813925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507143" y="4244971"/>
            <a:ext cx="5398486" cy="1120953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031812" y="3492536"/>
            <a:ext cx="1674465" cy="999960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0808644" y="3572341"/>
            <a:ext cx="1323429" cy="813925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941372" y="3125215"/>
            <a:ext cx="9227986" cy="5470048"/>
            <a:chOff x="941372" y="3125215"/>
            <a:chExt cx="9227986" cy="5470048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1383766" y="3164353"/>
              <a:ext cx="1341099" cy="1534131"/>
              <a:chOff x="1383766" y="3164353"/>
              <a:chExt cx="1341099" cy="1534131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1383766" y="3164353"/>
                <a:ext cx="1341099" cy="1534131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941372" y="5087194"/>
              <a:ext cx="1958681" cy="509574"/>
              <a:chOff x="941372" y="5087194"/>
              <a:chExt cx="1958681" cy="509574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941372" y="5087194"/>
                <a:ext cx="1958681" cy="509574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201093" y="5292239"/>
              <a:ext cx="99483" cy="99483"/>
              <a:chOff x="1201093" y="5292239"/>
              <a:chExt cx="99483" cy="99483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1201093" y="5292239"/>
                <a:ext cx="99483" cy="99483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4489319" y="3125215"/>
              <a:ext cx="1300900" cy="1689274"/>
              <a:chOff x="4489319" y="3125215"/>
              <a:chExt cx="1300900" cy="1689274"/>
            </a:xfrm>
          </p:grpSpPr>
          <p:pic>
            <p:nvPicPr>
              <p:cNvPr id="52" name="Object 51"/>
              <p:cNvPicPr>
                <a:picLocks noChangeAspect="1"/>
              </p:cNvPicPr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4489319" y="3125215"/>
                <a:ext cx="1300900" cy="1689274"/>
              </a:xfrm>
              <a:prstGeom prst="rect">
                <a:avLst/>
              </a:prstGeom>
            </p:spPr>
          </p:pic>
        </p:grpSp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75966" y="5123428"/>
              <a:ext cx="1888259" cy="530611"/>
            </a:xfrm>
            <a:prstGeom prst="rect">
              <a:avLst/>
            </a:prstGeom>
          </p:spPr>
        </p:pic>
        <p:grpSp>
          <p:nvGrpSpPr>
            <p:cNvPr id="1015" name="그룹 1015"/>
            <p:cNvGrpSpPr/>
            <p:nvPr/>
          </p:nvGrpSpPr>
          <p:grpSpPr>
            <a:xfrm>
              <a:off x="4160429" y="5087194"/>
              <a:ext cx="1958681" cy="509574"/>
              <a:chOff x="4160429" y="5087194"/>
              <a:chExt cx="1958681" cy="509574"/>
            </a:xfrm>
          </p:grpSpPr>
          <p:pic>
            <p:nvPicPr>
              <p:cNvPr id="56" name="Object 55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4160429" y="5087194"/>
                <a:ext cx="1958681" cy="509574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4420150" y="5292239"/>
              <a:ext cx="99483" cy="99483"/>
              <a:chOff x="4420150" y="5292239"/>
              <a:chExt cx="99483" cy="99483"/>
            </a:xfrm>
          </p:grpSpPr>
          <p:pic>
            <p:nvPicPr>
              <p:cNvPr id="59" name="Object 58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4420150" y="5292239"/>
                <a:ext cx="99483" cy="99483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7375245" y="3125215"/>
              <a:ext cx="1608628" cy="1608628"/>
              <a:chOff x="7375245" y="3125215"/>
              <a:chExt cx="1608628" cy="1608628"/>
            </a:xfrm>
          </p:grpSpPr>
          <p:pic>
            <p:nvPicPr>
              <p:cNvPr id="62" name="Object 61"/>
              <p:cNvPicPr>
                <a:picLocks noChangeAspect="1"/>
              </p:cNvPicPr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7375245" y="3125215"/>
                <a:ext cx="1608628" cy="1608628"/>
              </a:xfrm>
              <a:prstGeom prst="rect">
                <a:avLst/>
              </a:prstGeom>
            </p:spPr>
          </p:pic>
        </p:grpSp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84525" y="5123428"/>
              <a:ext cx="1798678" cy="530611"/>
            </a:xfrm>
            <a:prstGeom prst="rect">
              <a:avLst/>
            </a:prstGeom>
          </p:spPr>
        </p:pic>
        <p:grpSp>
          <p:nvGrpSpPr>
            <p:cNvPr id="1018" name="그룹 1018"/>
            <p:cNvGrpSpPr/>
            <p:nvPr/>
          </p:nvGrpSpPr>
          <p:grpSpPr>
            <a:xfrm>
              <a:off x="7195861" y="5087194"/>
              <a:ext cx="1958681" cy="509574"/>
              <a:chOff x="7195861" y="5087194"/>
              <a:chExt cx="1958681" cy="509574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7195861" y="5087194"/>
                <a:ext cx="1958681" cy="509574"/>
              </a:xfrm>
              <a:prstGeom prst="rect">
                <a:avLst/>
              </a:prstGeom>
            </p:spPr>
          </p:pic>
        </p:grpSp>
        <p:grpSp>
          <p:nvGrpSpPr>
            <p:cNvPr id="1019" name="그룹 1019"/>
            <p:cNvGrpSpPr/>
            <p:nvPr/>
          </p:nvGrpSpPr>
          <p:grpSpPr>
            <a:xfrm>
              <a:off x="7455583" y="5292239"/>
              <a:ext cx="99483" cy="99483"/>
              <a:chOff x="7455583" y="5292239"/>
              <a:chExt cx="99483" cy="99483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7455583" y="5292239"/>
                <a:ext cx="99483" cy="99483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2925450" y="5290602"/>
              <a:ext cx="1260375" cy="102758"/>
              <a:chOff x="2925450" y="5290602"/>
              <a:chExt cx="1260375" cy="102758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2925450" y="5290602"/>
                <a:ext cx="1260375" cy="102758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6102869" y="5288716"/>
              <a:ext cx="1120398" cy="102758"/>
              <a:chOff x="6102869" y="5288716"/>
              <a:chExt cx="1120398" cy="102758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6102869" y="5288716"/>
                <a:ext cx="1120398" cy="102758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9151262" y="5299116"/>
              <a:ext cx="1018096" cy="3041360"/>
              <a:chOff x="9151262" y="5299116"/>
              <a:chExt cx="1018096" cy="3041360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 rot="-10800000">
                <a:off x="9151262" y="5299116"/>
                <a:ext cx="1018096" cy="3041360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6950765" y="6219294"/>
              <a:ext cx="1643433" cy="1643433"/>
              <a:chOff x="6950765" y="6219294"/>
              <a:chExt cx="1643433" cy="1643433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6950765" y="6219294"/>
                <a:ext cx="1643433" cy="1643433"/>
              </a:xfrm>
              <a:prstGeom prst="rect">
                <a:avLst/>
              </a:prstGeom>
            </p:spPr>
          </p:pic>
        </p:grpSp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329386" y="5123428"/>
              <a:ext cx="1808164" cy="530611"/>
            </a:xfrm>
            <a:prstGeom prst="rect">
              <a:avLst/>
            </a:prstGeom>
          </p:spPr>
        </p:pic>
        <p:grpSp>
          <p:nvGrpSpPr>
            <p:cNvPr id="1024" name="그룹 1024"/>
            <p:cNvGrpSpPr/>
            <p:nvPr/>
          </p:nvGrpSpPr>
          <p:grpSpPr>
            <a:xfrm>
              <a:off x="6102699" y="8084192"/>
              <a:ext cx="3120349" cy="509574"/>
              <a:chOff x="6102699" y="8084192"/>
              <a:chExt cx="3120349" cy="509574"/>
            </a:xfrm>
          </p:grpSpPr>
          <p:pic>
            <p:nvPicPr>
              <p:cNvPr id="85" name="Object 84"/>
              <p:cNvPicPr>
                <a:picLocks noChangeAspect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6102699" y="8084192"/>
                <a:ext cx="3120349" cy="509574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6271295" y="8290734"/>
              <a:ext cx="99483" cy="99483"/>
              <a:chOff x="6271295" y="8290734"/>
              <a:chExt cx="99483" cy="99483"/>
            </a:xfrm>
          </p:grpSpPr>
          <p:pic>
            <p:nvPicPr>
              <p:cNvPr id="88" name="Object 87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6271295" y="8290734"/>
                <a:ext cx="99483" cy="99483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2567267" y="6003661"/>
              <a:ext cx="1797832" cy="1797832"/>
              <a:chOff x="2567267" y="6003661"/>
              <a:chExt cx="1797832" cy="1797832"/>
            </a:xfrm>
          </p:grpSpPr>
          <p:pic>
            <p:nvPicPr>
              <p:cNvPr id="91" name="Object 90"/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2567267" y="6003661"/>
                <a:ext cx="1797832" cy="1797832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4393816" y="8287497"/>
              <a:ext cx="1725014" cy="102758"/>
              <a:chOff x="4393816" y="8287497"/>
              <a:chExt cx="1725014" cy="102758"/>
            </a:xfrm>
          </p:grpSpPr>
          <p:pic>
            <p:nvPicPr>
              <p:cNvPr id="94" name="Object 93"/>
              <p:cNvPicPr>
                <a:picLocks noChangeAspect="1"/>
              </p:cNvPicPr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 rot="10800000">
                <a:off x="4393816" y="8287497"/>
                <a:ext cx="1725014" cy="102758"/>
              </a:xfrm>
              <a:prstGeom prst="rect">
                <a:avLst/>
              </a:prstGeom>
            </p:spPr>
          </p:pic>
        </p:grpSp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337645" y="8120415"/>
              <a:ext cx="2830583" cy="530640"/>
            </a:xfrm>
            <a:prstGeom prst="rect">
              <a:avLst/>
            </a:prstGeom>
          </p:spPr>
        </p:pic>
        <p:grpSp>
          <p:nvGrpSpPr>
            <p:cNvPr id="1028" name="그룹 1028"/>
            <p:cNvGrpSpPr/>
            <p:nvPr/>
          </p:nvGrpSpPr>
          <p:grpSpPr>
            <a:xfrm>
              <a:off x="2435136" y="8085689"/>
              <a:ext cx="1958681" cy="509574"/>
              <a:chOff x="2435136" y="8085689"/>
              <a:chExt cx="1958681" cy="509574"/>
            </a:xfrm>
          </p:grpSpPr>
          <p:pic>
            <p:nvPicPr>
              <p:cNvPr id="98" name="Object 97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2435136" y="8085689"/>
                <a:ext cx="1958681" cy="509574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2694858" y="8290734"/>
              <a:ext cx="99483" cy="99483"/>
              <a:chOff x="2694858" y="8290734"/>
              <a:chExt cx="99483" cy="99483"/>
            </a:xfrm>
          </p:grpSpPr>
          <p:pic>
            <p:nvPicPr>
              <p:cNvPr id="101" name="Object 100"/>
              <p:cNvPicPr>
                <a:picLocks noChangeAspect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2694858" y="8290734"/>
                <a:ext cx="99483" cy="99483"/>
              </a:xfrm>
              <a:prstGeom prst="rect">
                <a:avLst/>
              </a:prstGeom>
            </p:spPr>
          </p:pic>
        </p:grpSp>
        <p:pic>
          <p:nvPicPr>
            <p:cNvPr id="103" name="Object 102"/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469728" y="8121913"/>
              <a:ext cx="1897783" cy="5306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8288000" cy="103091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899743" y="2367678"/>
            <a:ext cx="486229" cy="486229"/>
            <a:chOff x="8899743" y="2367678"/>
            <a:chExt cx="486229" cy="48622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9743" y="2367678"/>
              <a:ext cx="486229" cy="48622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52616" y="1013397"/>
            <a:ext cx="10256128" cy="2321880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4606794" y="9745803"/>
            <a:ext cx="3943083" cy="563302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142050" y="3299238"/>
            <a:ext cx="5203595" cy="4758579"/>
            <a:chOff x="1142050" y="3299238"/>
            <a:chExt cx="5203595" cy="4758579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2050" y="3299238"/>
              <a:ext cx="5203595" cy="475857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909525" y="3308762"/>
            <a:ext cx="5203595" cy="4758579"/>
            <a:chOff x="11909525" y="3308762"/>
            <a:chExt cx="5203595" cy="4758579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09525" y="3308762"/>
              <a:ext cx="5203595" cy="475857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502099" y="3313524"/>
            <a:ext cx="5203595" cy="4758579"/>
            <a:chOff x="6502099" y="3313524"/>
            <a:chExt cx="5203595" cy="4758579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02099" y="3313524"/>
              <a:ext cx="5203595" cy="475857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108301" y="3730856"/>
            <a:ext cx="2958102" cy="1531049"/>
            <a:chOff x="12108301" y="3730856"/>
            <a:chExt cx="2958102" cy="153104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08301" y="3730856"/>
              <a:ext cx="2958102" cy="153104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024318" y="5142857"/>
            <a:ext cx="3767459" cy="2120541"/>
            <a:chOff x="3024318" y="5142857"/>
            <a:chExt cx="3767459" cy="2120541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24318" y="5142857"/>
              <a:ext cx="3767459" cy="212054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630100" y="4323079"/>
            <a:ext cx="2350056" cy="2311944"/>
            <a:chOff x="1630100" y="4323079"/>
            <a:chExt cx="2350056" cy="2311944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0100" y="4323079"/>
              <a:ext cx="2350056" cy="231194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6753682" y="4375621"/>
            <a:ext cx="1952885" cy="2034056"/>
            <a:chOff x="6753682" y="4375621"/>
            <a:chExt cx="1952885" cy="203405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53682" y="4375621"/>
              <a:ext cx="1952885" cy="203405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9385972" y="4184841"/>
            <a:ext cx="2073579" cy="2154128"/>
            <a:chOff x="9385972" y="4184841"/>
            <a:chExt cx="2073579" cy="2154128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85972" y="4184841"/>
              <a:ext cx="2073579" cy="2154128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8186823" y="5878528"/>
            <a:ext cx="1905528" cy="2088935"/>
            <a:chOff x="8186823" y="5878528"/>
            <a:chExt cx="1905528" cy="2088935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86823" y="5878528"/>
              <a:ext cx="1905528" cy="2088935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682648" y="5337502"/>
            <a:ext cx="2239520" cy="2595043"/>
            <a:chOff x="14682648" y="5337502"/>
            <a:chExt cx="2239520" cy="2595043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682648" y="5337502"/>
              <a:ext cx="2239520" cy="259504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512411" y="5802034"/>
            <a:ext cx="5842141" cy="50000"/>
            <a:chOff x="11512411" y="5802034"/>
            <a:chExt cx="5842141" cy="50000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-2400000">
              <a:off x="11512411" y="5802034"/>
              <a:ext cx="5842141" cy="50000"/>
            </a:xfrm>
            <a:prstGeom prst="rect">
              <a:avLst/>
            </a:prstGeom>
          </p:spPr>
        </p:pic>
      </p:grpSp>
      <p:pic>
        <p:nvPicPr>
          <p:cNvPr id="51" name="Object 50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634638" y="3370667"/>
            <a:ext cx="1899514" cy="819048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9887142" y="3370667"/>
            <a:ext cx="1837752" cy="809523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5033010" y="3317481"/>
            <a:ext cx="2257047" cy="841257"/>
          </a:xfrm>
          <a:prstGeom prst="rect">
            <a:avLst/>
          </a:prstGeom>
        </p:spPr>
      </p:pic>
      <p:pic>
        <p:nvPicPr>
          <p:cNvPr id="54" name="Object 53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3893104" y="954316"/>
            <a:ext cx="10196183" cy="749183"/>
          </a:xfrm>
          <a:prstGeom prst="rect">
            <a:avLst/>
          </a:prstGeom>
        </p:spPr>
      </p:pic>
      <p:pic>
        <p:nvPicPr>
          <p:cNvPr id="55" name="Object 54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0903961" y="7434008"/>
            <a:ext cx="2852790" cy="80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2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899743" y="2367678"/>
            <a:ext cx="486229" cy="486229"/>
            <a:chOff x="8899743" y="2367678"/>
            <a:chExt cx="486229" cy="48622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99743" y="2367678"/>
              <a:ext cx="486229" cy="48622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2600120" y="-30490"/>
            <a:ext cx="23085439" cy="12280443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733778" y="1013397"/>
            <a:ext cx="10336432" cy="2321880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54659" y="797497"/>
            <a:ext cx="13126078" cy="777106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4096460" y="9745803"/>
            <a:ext cx="4967083" cy="563302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3593463" y="4470877"/>
            <a:ext cx="4307994" cy="4307994"/>
            <a:chOff x="3593463" y="4470877"/>
            <a:chExt cx="4307994" cy="430799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3463" y="4470877"/>
              <a:ext cx="4307994" cy="430799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687764" y="3053907"/>
            <a:ext cx="4213693" cy="2043607"/>
            <a:chOff x="3687764" y="3053907"/>
            <a:chExt cx="4213693" cy="204360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7764" y="3053907"/>
              <a:ext cx="4213693" cy="204360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341233" y="5485254"/>
            <a:ext cx="714366" cy="692742"/>
            <a:chOff x="8341233" y="5485254"/>
            <a:chExt cx="714366" cy="69274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1233" y="5485254"/>
              <a:ext cx="714366" cy="69274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755649" y="3448750"/>
            <a:ext cx="6042381" cy="4672504"/>
            <a:chOff x="9755649" y="3448750"/>
            <a:chExt cx="6042381" cy="4672504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55649" y="3448750"/>
              <a:ext cx="6042381" cy="4672504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177597" y="975302"/>
            <a:ext cx="15257669" cy="2321878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611545" y="954316"/>
            <a:ext cx="7818440" cy="747916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489270" y="9745803"/>
            <a:ext cx="3560169" cy="563302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1061283" y="8318464"/>
            <a:ext cx="2891186" cy="38957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0726023" y="8510557"/>
            <a:ext cx="3466487" cy="486954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221939" y="3156993"/>
            <a:ext cx="5025253" cy="16440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45242" y="3190415"/>
            <a:ext cx="7610057" cy="5477554"/>
            <a:chOff x="845242" y="3190415"/>
            <a:chExt cx="7610057" cy="5477554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2900199" y="511226"/>
              <a:ext cx="15220113" cy="10955108"/>
            </a:xfrm>
            <a:prstGeom prst="rect">
              <a:avLst/>
            </a:prstGeom>
          </p:spPr>
        </p:pic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242" y="3190415"/>
              <a:ext cx="7610057" cy="547755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851018" y="3190415"/>
            <a:ext cx="7620468" cy="5477554"/>
            <a:chOff x="9851018" y="3190415"/>
            <a:chExt cx="7620468" cy="5477554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0372" y="511226"/>
              <a:ext cx="15240935" cy="10955108"/>
            </a:xfrm>
            <a:prstGeom prst="rect">
              <a:avLst/>
            </a:prstGeom>
          </p:spPr>
        </p:pic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51018" y="3190415"/>
              <a:ext cx="7620468" cy="547755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790370" y="5567101"/>
            <a:ext cx="704975" cy="472629"/>
            <a:chOff x="8790370" y="5567101"/>
            <a:chExt cx="704975" cy="47262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90370" y="5567101"/>
              <a:ext cx="704975" cy="472629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744387" y="908445"/>
            <a:ext cx="15221212" cy="2321878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611545" y="954316"/>
            <a:ext cx="7818440" cy="747916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064889" y="9745803"/>
            <a:ext cx="5699588" cy="563302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574676" y="8829686"/>
            <a:ext cx="2952114" cy="397886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2080067" y="8829686"/>
            <a:ext cx="2952114" cy="39788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175438" y="9025876"/>
            <a:ext cx="3652124" cy="497352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101381" y="9038076"/>
            <a:ext cx="3201610" cy="497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1993136" y="975302"/>
            <a:ext cx="18484650" cy="2321878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733716" y="940354"/>
            <a:ext cx="8697859" cy="729487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508422" y="9745803"/>
            <a:ext cx="7538397" cy="563302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1167185" y="4590976"/>
            <a:ext cx="165120" cy="165120"/>
            <a:chOff x="11167185" y="4590976"/>
            <a:chExt cx="165120" cy="165120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67185" y="4590976"/>
              <a:ext cx="165120" cy="16512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815219" y="3689332"/>
            <a:ext cx="1014944" cy="758811"/>
            <a:chOff x="9815219" y="3689332"/>
            <a:chExt cx="1014944" cy="758811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15219" y="3689332"/>
              <a:ext cx="1014944" cy="75881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167185" y="7662526"/>
            <a:ext cx="165120" cy="165120"/>
            <a:chOff x="11167185" y="7662526"/>
            <a:chExt cx="165120" cy="165120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67185" y="7662526"/>
              <a:ext cx="165120" cy="16512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068013" y="2688357"/>
            <a:ext cx="5203289" cy="3328053"/>
            <a:chOff x="3068013" y="2688357"/>
            <a:chExt cx="5203289" cy="3328053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68013" y="2688357"/>
              <a:ext cx="5203289" cy="3328053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1365240" y="7530489"/>
            <a:ext cx="4689783" cy="911669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1365240" y="4458937"/>
            <a:ext cx="4993554" cy="911669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0893717" y="3726176"/>
            <a:ext cx="2483046" cy="1028560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9661025" y="3786941"/>
            <a:ext cx="1323429" cy="813925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1167185" y="6902141"/>
            <a:ext cx="165120" cy="165120"/>
            <a:chOff x="11167185" y="6902141"/>
            <a:chExt cx="165120" cy="16512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67185" y="6902141"/>
              <a:ext cx="165120" cy="16512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815219" y="6000497"/>
            <a:ext cx="1014944" cy="758811"/>
            <a:chOff x="9815219" y="6000497"/>
            <a:chExt cx="1014944" cy="758811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15219" y="6000497"/>
              <a:ext cx="1014944" cy="758811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3198329" y="6159081"/>
            <a:ext cx="5019527" cy="3193614"/>
            <a:chOff x="3198329" y="6159081"/>
            <a:chExt cx="5019527" cy="3193614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98329" y="6159081"/>
              <a:ext cx="5019527" cy="3193614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374764" y="6785975"/>
            <a:ext cx="4746126" cy="917116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0893717" y="6042637"/>
            <a:ext cx="2464056" cy="1021494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9687317" y="6092723"/>
            <a:ext cx="1320648" cy="8300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29912" y="3941476"/>
            <a:ext cx="7612688" cy="3469429"/>
            <a:chOff x="1129912" y="3941476"/>
            <a:chExt cx="7612688" cy="3469429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9912" y="3941476"/>
              <a:ext cx="7612688" cy="346942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032236" y="4168531"/>
            <a:ext cx="4001246" cy="434367"/>
            <a:chOff x="4032236" y="4168531"/>
            <a:chExt cx="4001246" cy="43436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2236" y="4168531"/>
              <a:ext cx="4001246" cy="43436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91209" y="6830435"/>
            <a:ext cx="2369598" cy="434367"/>
            <a:chOff x="1291209" y="6830435"/>
            <a:chExt cx="2369598" cy="43436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209" y="6830435"/>
              <a:ext cx="2369598" cy="434367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2930489" y="960721"/>
            <a:ext cx="19374316" cy="2184669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158411" y="940354"/>
            <a:ext cx="8247535" cy="777106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6470508" y="9745803"/>
            <a:ext cx="1590521" cy="563302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1652947" y="5517486"/>
            <a:ext cx="165120" cy="165120"/>
            <a:chOff x="11652947" y="5517486"/>
            <a:chExt cx="165120" cy="165120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652947" y="5517486"/>
              <a:ext cx="165120" cy="16512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0300980" y="4358985"/>
            <a:ext cx="1014944" cy="758811"/>
            <a:chOff x="10300980" y="4358985"/>
            <a:chExt cx="1014944" cy="758811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00980" y="4358985"/>
              <a:ext cx="1014944" cy="758811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1860478" y="5401321"/>
            <a:ext cx="4163059" cy="917116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1389002" y="4395829"/>
            <a:ext cx="2808674" cy="1028560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0146787" y="4456594"/>
            <a:ext cx="1323429" cy="813925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11652947" y="6398143"/>
            <a:ext cx="165120" cy="165120"/>
            <a:chOff x="11652947" y="6398143"/>
            <a:chExt cx="165120" cy="165120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652947" y="6398143"/>
              <a:ext cx="165120" cy="165120"/>
            </a:xfrm>
            <a:prstGeom prst="rect">
              <a:avLst/>
            </a:prstGeom>
          </p:spPr>
        </p:pic>
      </p:grpSp>
      <p:pic>
        <p:nvPicPr>
          <p:cNvPr id="40" name="Object 3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860478" y="6281987"/>
            <a:ext cx="3317345" cy="91711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3130676" y="7543971"/>
            <a:ext cx="2952114" cy="397886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2926408" y="7740162"/>
            <a:ext cx="3461790" cy="497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3290624" y="3120573"/>
            <a:ext cx="4877440" cy="5300286"/>
            <a:chOff x="3290624" y="3120573"/>
            <a:chExt cx="4877440" cy="530028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8023" y="576549"/>
              <a:ext cx="9754880" cy="10600572"/>
            </a:xfrm>
            <a:prstGeom prst="rect">
              <a:avLst/>
            </a:prstGeom>
          </p:spPr>
        </p:pic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0624" y="3120573"/>
              <a:ext cx="4877440" cy="5300286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2488574" y="960721"/>
            <a:ext cx="18875678" cy="2184669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607573" y="954316"/>
            <a:ext cx="6816154" cy="749183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6719632" y="9745803"/>
            <a:ext cx="1354960" cy="563302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978544" y="8615400"/>
            <a:ext cx="2951124" cy="397886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039849" y="8811590"/>
            <a:ext cx="3171324" cy="497352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9757400" y="5684524"/>
            <a:ext cx="5419960" cy="2834746"/>
            <a:chOff x="9757400" y="5684524"/>
            <a:chExt cx="5419960" cy="2834746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24515" y="4344246"/>
              <a:ext cx="10839921" cy="5669493"/>
            </a:xfrm>
            <a:prstGeom prst="rect">
              <a:avLst/>
            </a:prstGeom>
          </p:spPr>
        </p:pic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57400" y="5684524"/>
              <a:ext cx="5419960" cy="2834746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0684686" y="8615400"/>
            <a:ext cx="2951095" cy="397886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0834691" y="8811590"/>
            <a:ext cx="3084600" cy="497352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385972" y="3063430"/>
            <a:ext cx="6171429" cy="1752832"/>
            <a:chOff x="9385972" y="3063430"/>
            <a:chExt cx="6171429" cy="1752832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47928" y="2234685"/>
              <a:ext cx="12342857" cy="3505664"/>
            </a:xfrm>
            <a:prstGeom prst="rect">
              <a:avLst/>
            </a:prstGeom>
          </p:spPr>
        </p:pic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85972" y="3063430"/>
              <a:ext cx="6171429" cy="1752832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0608105" y="4839524"/>
            <a:ext cx="2951124" cy="397886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687197" y="5035714"/>
            <a:ext cx="3123648" cy="4973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268212" y="9745803"/>
            <a:ext cx="6517407" cy="563302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899743" y="2396249"/>
            <a:ext cx="486229" cy="486229"/>
            <a:chOff x="8899743" y="2396249"/>
            <a:chExt cx="486229" cy="48622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99743" y="2396249"/>
              <a:ext cx="486229" cy="486229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2507622" y="1084530"/>
            <a:ext cx="19018535" cy="2194193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684602" y="1078126"/>
            <a:ext cx="7737345" cy="74918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828382" y="3644266"/>
            <a:ext cx="5453384" cy="4828732"/>
            <a:chOff x="828382" y="3644266"/>
            <a:chExt cx="5453384" cy="4828732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-1819516" y="1308695"/>
              <a:ext cx="10906769" cy="9657464"/>
            </a:xfrm>
            <a:prstGeom prst="rect">
              <a:avLst/>
            </a:prstGeom>
          </p:spPr>
        </p:pic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8382" y="3644266"/>
              <a:ext cx="5453384" cy="4828732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45162" y="5877181"/>
            <a:ext cx="5774971" cy="1755809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883584" y="4918192"/>
            <a:ext cx="3403676" cy="480444"/>
            <a:chOff x="1883584" y="4918192"/>
            <a:chExt cx="3403676" cy="480444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883584" y="4918192"/>
              <a:ext cx="3403676" cy="480444"/>
              <a:chOff x="1883584" y="4918192"/>
              <a:chExt cx="3403676" cy="480444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883584" y="4918192"/>
                <a:ext cx="3403676" cy="480444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2128459" y="5111515"/>
              <a:ext cx="93796" cy="93796"/>
              <a:chOff x="2128459" y="5111515"/>
              <a:chExt cx="93796" cy="93796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128459" y="5111515"/>
                <a:ext cx="93796" cy="93796"/>
              </a:xfrm>
              <a:prstGeom prst="rect">
                <a:avLst/>
              </a:prstGeom>
            </p:spPr>
          </p:pic>
        </p:grpSp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85705" y="4952103"/>
              <a:ext cx="3450695" cy="50533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6497982" y="3110933"/>
            <a:ext cx="5453384" cy="4828732"/>
            <a:chOff x="6497982" y="3110933"/>
            <a:chExt cx="5453384" cy="4828732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50085" y="775361"/>
              <a:ext cx="10906769" cy="9657464"/>
            </a:xfrm>
            <a:prstGeom prst="rect">
              <a:avLst/>
            </a:prstGeom>
          </p:spPr>
        </p:pic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97982" y="3110933"/>
              <a:ext cx="5453384" cy="4828732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396667" y="5433533"/>
            <a:ext cx="5524638" cy="1755809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7441019" y="4384858"/>
            <a:ext cx="3403676" cy="480444"/>
            <a:chOff x="7441019" y="4384858"/>
            <a:chExt cx="3403676" cy="480444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41019" y="4384858"/>
              <a:ext cx="3403676" cy="48044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7685894" y="4578182"/>
            <a:ext cx="93796" cy="93796"/>
            <a:chOff x="7685894" y="4578182"/>
            <a:chExt cx="93796" cy="93796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85894" y="4578182"/>
              <a:ext cx="93796" cy="93796"/>
            </a:xfrm>
            <a:prstGeom prst="rect">
              <a:avLst/>
            </a:prstGeom>
          </p:spPr>
        </p:pic>
      </p:grpSp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580260" y="4387279"/>
            <a:ext cx="4404114" cy="540809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12136130" y="3692893"/>
            <a:ext cx="5453384" cy="4828732"/>
            <a:chOff x="12136130" y="3692893"/>
            <a:chExt cx="5453384" cy="4828732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88232" y="1357321"/>
              <a:ext cx="10906769" cy="9657464"/>
            </a:xfrm>
            <a:prstGeom prst="rect">
              <a:avLst/>
            </a:prstGeom>
          </p:spPr>
        </p:pic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36130" y="3692893"/>
              <a:ext cx="5453384" cy="4828732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1866057" y="5834543"/>
            <a:ext cx="5722009" cy="2169009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3079167" y="4966818"/>
            <a:ext cx="3403676" cy="480444"/>
            <a:chOff x="13079167" y="4966818"/>
            <a:chExt cx="3403676" cy="480444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079167" y="4966818"/>
              <a:ext cx="3403676" cy="48044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3324042" y="5122047"/>
            <a:ext cx="93796" cy="93796"/>
            <a:chOff x="13324042" y="5122047"/>
            <a:chExt cx="93796" cy="93796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324042" y="5122047"/>
              <a:ext cx="93796" cy="93796"/>
            </a:xfrm>
            <a:prstGeom prst="rect">
              <a:avLst/>
            </a:prstGeom>
          </p:spPr>
        </p:pic>
      </p:grpSp>
      <p:pic>
        <p:nvPicPr>
          <p:cNvPr id="56" name="Object 5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2114879" y="4969241"/>
            <a:ext cx="4565095" cy="5408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043044" y="3398842"/>
            <a:ext cx="12174229" cy="1599571"/>
            <a:chOff x="3043044" y="3398842"/>
            <a:chExt cx="12174229" cy="159957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3044" y="3398842"/>
              <a:ext cx="12174229" cy="15995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3603065" y="5955325"/>
            <a:ext cx="508338" cy="497255"/>
            <a:chOff x="3603065" y="5955325"/>
            <a:chExt cx="508338" cy="497255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3065" y="5955325"/>
              <a:ext cx="508338" cy="49725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904672" y="7735377"/>
            <a:ext cx="165120" cy="165120"/>
            <a:chOff x="3904672" y="7735377"/>
            <a:chExt cx="165120" cy="16512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4672" y="7735377"/>
              <a:ext cx="165120" cy="16512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907827" y="7025879"/>
            <a:ext cx="165120" cy="165120"/>
            <a:chOff x="3907827" y="7025879"/>
            <a:chExt cx="165120" cy="16512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7827" y="7025879"/>
              <a:ext cx="165120" cy="165120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059097" y="6858259"/>
            <a:ext cx="5549488" cy="794278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079924" y="7551907"/>
            <a:ext cx="10552926" cy="778412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169574" y="5828298"/>
            <a:ext cx="5514580" cy="1021494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765783" y="3859583"/>
            <a:ext cx="11547610" cy="810143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256174" y="9745803"/>
            <a:ext cx="6543998" cy="563302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8899743" y="2396249"/>
            <a:ext cx="486229" cy="486229"/>
            <a:chOff x="8899743" y="2396249"/>
            <a:chExt cx="486229" cy="48622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99743" y="2396249"/>
              <a:ext cx="486229" cy="486229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-2507622" y="1084530"/>
            <a:ext cx="19018535" cy="2184669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402954" y="1078126"/>
            <a:ext cx="7009754" cy="7491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1" name="그룹 1001"/>
          <p:cNvGrpSpPr/>
          <p:nvPr/>
        </p:nvGrpSpPr>
        <p:grpSpPr>
          <a:xfrm>
            <a:off x="329428" y="611928"/>
            <a:ext cx="17463223" cy="8823763"/>
            <a:chOff x="329428" y="611928"/>
            <a:chExt cx="17463223" cy="882376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428" y="611928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3063" y="850023"/>
            <a:ext cx="17463223" cy="8823763"/>
            <a:chOff x="493063" y="850023"/>
            <a:chExt cx="17463223" cy="882376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063" y="850023"/>
              <a:ext cx="17463223" cy="88237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7150320" y="697413"/>
            <a:ext cx="642332" cy="867942"/>
            <a:chOff x="17150320" y="697413"/>
            <a:chExt cx="642332" cy="86794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0320" y="697413"/>
              <a:ext cx="642332" cy="867942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183241" y="9745803"/>
            <a:ext cx="2144607" cy="563302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500050" y="3892975"/>
            <a:ext cx="572360" cy="559881"/>
            <a:chOff x="9500050" y="3892975"/>
            <a:chExt cx="572360" cy="55988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0050" y="3892975"/>
              <a:ext cx="572360" cy="559881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133839" y="3668658"/>
            <a:ext cx="5184930" cy="1452845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8899743" y="2272440"/>
            <a:ext cx="486229" cy="486229"/>
            <a:chOff x="8899743" y="2272440"/>
            <a:chExt cx="486229" cy="486229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99743" y="2272440"/>
              <a:ext cx="486229" cy="48622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371133" y="3727745"/>
            <a:ext cx="3991607" cy="3991607"/>
            <a:chOff x="3371133" y="3727745"/>
            <a:chExt cx="3991607" cy="3991607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1133" y="3727745"/>
              <a:ext cx="3991607" cy="3991607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2498098" y="960721"/>
            <a:ext cx="18980440" cy="2184669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702707" y="940354"/>
            <a:ext cx="7738459" cy="777106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13504" y="9702755"/>
            <a:ext cx="855160" cy="607007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359864" y="106423"/>
            <a:ext cx="7208782" cy="581649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500030" y="5443608"/>
            <a:ext cx="572360" cy="559881"/>
            <a:chOff x="9500030" y="5443608"/>
            <a:chExt cx="572360" cy="559881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0030" y="5443608"/>
              <a:ext cx="572360" cy="559881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0143363" y="5282782"/>
            <a:ext cx="4481359" cy="140045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9505509" y="6899240"/>
            <a:ext cx="572360" cy="559881"/>
            <a:chOff x="9505509" y="6899240"/>
            <a:chExt cx="572360" cy="559881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5509" y="6899240"/>
              <a:ext cx="572360" cy="559881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139363" y="6684439"/>
            <a:ext cx="5711959" cy="22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86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776397" y="3798536"/>
            <a:ext cx="8189951" cy="5800166"/>
            <a:chOff x="8776397" y="3798536"/>
            <a:chExt cx="8189951" cy="580016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9165" y="1056196"/>
              <a:ext cx="16379902" cy="11600331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6397" y="3798536"/>
              <a:ext cx="8189951" cy="580016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295481" y="4688904"/>
            <a:ext cx="7151782" cy="4419179"/>
            <a:chOff x="9295481" y="4688904"/>
            <a:chExt cx="7151782" cy="4419179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5481" y="4688904"/>
              <a:ext cx="7151782" cy="441917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02622" y="977778"/>
            <a:ext cx="10881731" cy="7966254"/>
            <a:chOff x="1502622" y="977778"/>
            <a:chExt cx="10881731" cy="7966254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3721590" y="-2788696"/>
              <a:ext cx="21763462" cy="15932509"/>
            </a:xfrm>
            <a:prstGeom prst="rect">
              <a:avLst/>
            </a:prstGeom>
          </p:spPr>
        </p:pic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2622" y="977778"/>
              <a:ext cx="10881731" cy="796625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871372" y="4455591"/>
            <a:ext cx="341488" cy="466626"/>
            <a:chOff x="12871372" y="4455591"/>
            <a:chExt cx="341488" cy="46662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71372" y="4455591"/>
              <a:ext cx="341488" cy="46662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843670" y="6160035"/>
            <a:ext cx="546645" cy="546645"/>
            <a:chOff x="2843670" y="6160035"/>
            <a:chExt cx="546645" cy="546645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3670" y="6160035"/>
              <a:ext cx="546645" cy="54664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843669" y="2321041"/>
            <a:ext cx="6938253" cy="502095"/>
            <a:chOff x="2843669" y="2321041"/>
            <a:chExt cx="6938253" cy="502095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43669" y="2321041"/>
              <a:ext cx="6938253" cy="50209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3061601" y="2437796"/>
            <a:ext cx="268662" cy="268584"/>
            <a:chOff x="3061601" y="2437796"/>
            <a:chExt cx="268662" cy="268584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61601" y="2437796"/>
              <a:ext cx="268662" cy="268584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421539" y="3295687"/>
            <a:ext cx="7532108" cy="2927584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273148" y="2308225"/>
            <a:ext cx="6558016" cy="66526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2843670" y="7114996"/>
            <a:ext cx="2042263" cy="531319"/>
            <a:chOff x="2843670" y="7114996"/>
            <a:chExt cx="2042263" cy="53131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43670" y="7114996"/>
              <a:ext cx="2042263" cy="5313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114475" y="7328791"/>
            <a:ext cx="103729" cy="103729"/>
            <a:chOff x="3114475" y="7328791"/>
            <a:chExt cx="103729" cy="10372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14475" y="7328791"/>
              <a:ext cx="103729" cy="10372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5100001" y="7114996"/>
            <a:ext cx="2042263" cy="531319"/>
            <a:chOff x="5100001" y="7114996"/>
            <a:chExt cx="2042263" cy="531319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00001" y="7114996"/>
              <a:ext cx="2042263" cy="53131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5370806" y="7328791"/>
            <a:ext cx="103729" cy="103729"/>
            <a:chOff x="5370806" y="7328791"/>
            <a:chExt cx="103729" cy="103729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70806" y="7328791"/>
              <a:ext cx="103729" cy="103729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356332" y="7114996"/>
            <a:ext cx="2042263" cy="531319"/>
            <a:chOff x="7356332" y="7114996"/>
            <a:chExt cx="2042263" cy="531319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56332" y="7114996"/>
              <a:ext cx="2042263" cy="531319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7627136" y="7328791"/>
            <a:ext cx="103729" cy="103729"/>
            <a:chOff x="7627136" y="7328791"/>
            <a:chExt cx="103729" cy="103729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27136" y="7328791"/>
              <a:ext cx="103729" cy="103729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538606" y="7111050"/>
            <a:ext cx="1800108" cy="599756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16577" y="7121460"/>
            <a:ext cx="2100489" cy="587603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783421" y="7111059"/>
            <a:ext cx="2048127" cy="599756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893659" y="5315078"/>
            <a:ext cx="4022442" cy="555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</Words>
  <Application>Microsoft Office PowerPoint</Application>
  <PresentationFormat>사용자 지정</PresentationFormat>
  <Paragraphs>9</Paragraphs>
  <Slides>19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?? ??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user</cp:lastModifiedBy>
  <cp:revision>12</cp:revision>
  <dcterms:created xsi:type="dcterms:W3CDTF">2024-02-15T17:58:24Z</dcterms:created>
  <dcterms:modified xsi:type="dcterms:W3CDTF">2024-02-15T10:27:47Z</dcterms:modified>
</cp:coreProperties>
</file>